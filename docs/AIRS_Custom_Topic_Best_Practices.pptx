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713" r:id="rId5"/>
  </p:sldMasterIdLst>
  <p:notesMasterIdLst>
    <p:notesMasterId r:id="rId6"/>
  </p:notesMasterIdLst>
  <p:sldIdLst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</p:sldIdLst>
  <p:sldSz cy="10287000" cx="18288000"/>
  <p:notesSz cx="6858000" cy="9144000"/>
  <p:embeddedFontLst>
    <p:embeddedFont>
      <p:font typeface="Montserrat"/>
      <p:regular r:id="rId47"/>
      <p:bold r:id="rId48"/>
      <p:italic r:id="rId49"/>
      <p:boldItalic r:id="rId50"/>
    </p:embeddedFont>
    <p:embeddedFont>
      <p:font typeface="Helvetica Neue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E3A4A9-A194-41CD-ACD2-F2A48FCDF94B}">
  <a:tblStyle styleId="{8DE3A4A9-A194-41CD-ACD2-F2A48FCDF9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47" Type="http://schemas.openxmlformats.org/officeDocument/2006/relationships/font" Target="fonts/Montserrat-regular.fntdata"/><Relationship Id="rId48" Type="http://schemas.openxmlformats.org/officeDocument/2006/relationships/font" Target="fonts/Montserrat-bold.fntdata"/><Relationship Id="rId49" Type="http://schemas.openxmlformats.org/officeDocument/2006/relationships/font" Target="fonts/Montserrat-italic.fntdata"/><Relationship Id="rId50" Type="http://schemas.openxmlformats.org/officeDocument/2006/relationships/font" Target="fonts/Montserrat-boldItalic.fntdata"/><Relationship Id="rId51" Type="http://schemas.openxmlformats.org/officeDocument/2006/relationships/font" Target="fonts/HelveticaNeue-regular.fntdata"/><Relationship Id="rId52" Type="http://schemas.openxmlformats.org/officeDocument/2006/relationships/font" Target="fonts/HelveticaNeue-bold.fntdata"/><Relationship Id="rId53" Type="http://schemas.openxmlformats.org/officeDocument/2006/relationships/font" Target="fonts/HelveticaNeue-italic.fntdata"/><Relationship Id="rId54" Type="http://schemas.openxmlformats.org/officeDocument/2006/relationships/font" Target="fonts/HelveticaNeue-boldItalic.fntdata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5.png"/><Relationship Id="rId3" Type="http://schemas.openxmlformats.org/officeDocument/2006/relationships/image" Target="../media/image2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8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png"/><Relationship Id="rId3" Type="http://schemas.openxmlformats.org/officeDocument/2006/relationships/image" Target="../media/image27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2.png"/><Relationship Id="rId3" Type="http://schemas.openxmlformats.org/officeDocument/2006/relationships/image" Target="../media/image2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1.png"/><Relationship Id="rId3" Type="http://schemas.openxmlformats.org/officeDocument/2006/relationships/image" Target="../media/image2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6.png"/><Relationship Id="rId3" Type="http://schemas.openxmlformats.org/officeDocument/2006/relationships/image" Target="../media/image3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4.png"/><Relationship Id="rId3" Type="http://schemas.openxmlformats.org/officeDocument/2006/relationships/image" Target="../media/image34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3.png"/><Relationship Id="rId3" Type="http://schemas.openxmlformats.org/officeDocument/2006/relationships/image" Target="../media/image43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0.png"/><Relationship Id="rId3" Type="http://schemas.openxmlformats.org/officeDocument/2006/relationships/image" Target="../media/image43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4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3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Title Slide - light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623400" y="1504900"/>
            <a:ext cx="7790400" cy="2676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  <a:defRPr sz="7200">
                <a:solidFill>
                  <a:srgbClr val="000000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5750" y="720100"/>
            <a:ext cx="2312177" cy="4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623400" y="7977225"/>
            <a:ext cx="7109400" cy="543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b="1" sz="2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29839" l="0" r="42772" t="0"/>
          <a:stretch/>
        </p:blipFill>
        <p:spPr>
          <a:xfrm>
            <a:off x="8888575" y="1840925"/>
            <a:ext cx="9399552" cy="844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Title Slide - dark">
  <p:cSld name="TITLE_3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-183150" y="-58125"/>
            <a:ext cx="18575100" cy="1040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-183150" y="-58125"/>
            <a:ext cx="18575100" cy="4594200"/>
          </a:xfrm>
          <a:prstGeom prst="rect">
            <a:avLst/>
          </a:prstGeom>
          <a:gradFill>
            <a:gsLst>
              <a:gs pos="0">
                <a:srgbClr val="FA582D">
                  <a:alpha val="25490"/>
                </a:srgbClr>
              </a:gs>
              <a:gs pos="100000">
                <a:srgbClr val="FA582D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 b="29996" l="0" r="42902" t="0"/>
          <a:stretch/>
        </p:blipFill>
        <p:spPr>
          <a:xfrm>
            <a:off x="8888575" y="1840925"/>
            <a:ext cx="9399552" cy="844607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-183150" y="3258840"/>
            <a:ext cx="18575100" cy="70863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 txBox="1"/>
          <p:nvPr>
            <p:ph type="ctrTitle"/>
          </p:nvPr>
        </p:nvSpPr>
        <p:spPr>
          <a:xfrm>
            <a:off x="623400" y="1504900"/>
            <a:ext cx="7790400" cy="2676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49" l="0" r="0" t="59"/>
          <a:stretch/>
        </p:blipFill>
        <p:spPr>
          <a:xfrm>
            <a:off x="825750" y="720100"/>
            <a:ext cx="2312177" cy="4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>
            <p:ph idx="2" type="subTitle"/>
          </p:nvPr>
        </p:nvSpPr>
        <p:spPr>
          <a:xfrm>
            <a:off x="623400" y="7977225"/>
            <a:ext cx="7109400" cy="543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1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b="1" sz="2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" name="Google Shape;29;p3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a Title Slide - light">
  <p:cSld name="TITLE_1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>
            <p:ph type="ctrTitle"/>
          </p:nvPr>
        </p:nvSpPr>
        <p:spPr>
          <a:xfrm>
            <a:off x="623400" y="1504900"/>
            <a:ext cx="8292000" cy="2676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  <a:defRPr sz="7200">
                <a:solidFill>
                  <a:srgbClr val="000000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825750" y="7977225"/>
            <a:ext cx="7109400" cy="543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b="1" sz="2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" name="Google Shape;36;p4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2">
            <a:alphaModFix/>
          </a:blip>
          <a:srcRect b="6896" l="0" r="0" t="6896"/>
          <a:stretch/>
        </p:blipFill>
        <p:spPr>
          <a:xfrm>
            <a:off x="805300" y="720100"/>
            <a:ext cx="4330583" cy="42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3">
            <a:alphaModFix/>
          </a:blip>
          <a:srcRect b="17409" l="0" r="15661" t="0"/>
          <a:stretch/>
        </p:blipFill>
        <p:spPr>
          <a:xfrm>
            <a:off x="9089375" y="1185002"/>
            <a:ext cx="9293998" cy="910199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a Title Slide - dark">
  <p:cSld name="TITLE_1_2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-191675" y="-62575"/>
            <a:ext cx="18687600" cy="1041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-191675" y="-62575"/>
            <a:ext cx="18687600" cy="4598100"/>
          </a:xfrm>
          <a:prstGeom prst="rect">
            <a:avLst/>
          </a:prstGeom>
          <a:gradFill>
            <a:gsLst>
              <a:gs pos="0">
                <a:srgbClr val="FFCB06">
                  <a:alpha val="31764"/>
                </a:srgbClr>
              </a:gs>
              <a:gs pos="100000">
                <a:srgbClr val="FFCB06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" name="Google Shape;43;p5"/>
          <p:cNvPicPr preferRelativeResize="0"/>
          <p:nvPr/>
        </p:nvPicPr>
        <p:blipFill rotWithShape="1">
          <a:blip r:embed="rId2">
            <a:alphaModFix amt="75000"/>
          </a:blip>
          <a:srcRect b="17409" l="0" r="15661" t="0"/>
          <a:stretch/>
        </p:blipFill>
        <p:spPr>
          <a:xfrm>
            <a:off x="9089375" y="1185002"/>
            <a:ext cx="9293998" cy="910199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-191725" y="3279900"/>
            <a:ext cx="18687600" cy="70071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 txBox="1"/>
          <p:nvPr>
            <p:ph type="ctrTitle"/>
          </p:nvPr>
        </p:nvSpPr>
        <p:spPr>
          <a:xfrm>
            <a:off x="623400" y="1504900"/>
            <a:ext cx="8292000" cy="2676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2" type="subTitle"/>
          </p:nvPr>
        </p:nvSpPr>
        <p:spPr>
          <a:xfrm>
            <a:off x="825750" y="7977225"/>
            <a:ext cx="7109400" cy="543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2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b="1" sz="2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5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" name="Google Shape;49;p5"/>
          <p:cNvPicPr preferRelativeResize="0"/>
          <p:nvPr/>
        </p:nvPicPr>
        <p:blipFill rotWithShape="1">
          <a:blip r:embed="rId3">
            <a:alphaModFix/>
          </a:blip>
          <a:srcRect b="7446" l="0" r="0" t="7446"/>
          <a:stretch/>
        </p:blipFill>
        <p:spPr>
          <a:xfrm>
            <a:off x="805300" y="720100"/>
            <a:ext cx="4330583" cy="4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sma Title Slide - light">
  <p:cSld name="TITLE_1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 txBox="1"/>
          <p:nvPr>
            <p:ph type="ctrTitle"/>
          </p:nvPr>
        </p:nvSpPr>
        <p:spPr>
          <a:xfrm>
            <a:off x="623400" y="1504900"/>
            <a:ext cx="8292000" cy="2676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  <a:defRPr sz="7200">
                <a:solidFill>
                  <a:srgbClr val="000000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54" name="Google Shape;54;p6"/>
          <p:cNvSpPr txBox="1"/>
          <p:nvPr>
            <p:ph idx="1" type="subTitle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" name="Google Shape;55;p6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 txBox="1"/>
          <p:nvPr>
            <p:ph idx="2" type="subTitle"/>
          </p:nvPr>
        </p:nvSpPr>
        <p:spPr>
          <a:xfrm>
            <a:off x="825750" y="7977225"/>
            <a:ext cx="7109400" cy="571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b="1" sz="2000">
                <a:solidFill>
                  <a:schemeClr val="accent3"/>
                </a:solidFill>
              </a:defRPr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6665" l="0" r="0" t="6656"/>
          <a:stretch/>
        </p:blipFill>
        <p:spPr>
          <a:xfrm>
            <a:off x="805300" y="720100"/>
            <a:ext cx="4358799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27420" l="0" r="21948" t="0"/>
          <a:stretch/>
        </p:blipFill>
        <p:spPr>
          <a:xfrm>
            <a:off x="7225703" y="-3"/>
            <a:ext cx="110622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a Title Slide 1 - dark">
  <p:cSld name="TITLE_1_2_3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-178675" y="-55325"/>
            <a:ext cx="18661500" cy="1039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-178675" y="-55325"/>
            <a:ext cx="18661500" cy="4591800"/>
          </a:xfrm>
          <a:prstGeom prst="rect">
            <a:avLst/>
          </a:prstGeom>
          <a:gradFill>
            <a:gsLst>
              <a:gs pos="0">
                <a:srgbClr val="00C0E8">
                  <a:alpha val="31764"/>
                </a:srgbClr>
              </a:gs>
              <a:gs pos="100000">
                <a:srgbClr val="00C0E8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7"/>
          <p:cNvPicPr preferRelativeResize="0"/>
          <p:nvPr/>
        </p:nvPicPr>
        <p:blipFill rotWithShape="1">
          <a:blip r:embed="rId2">
            <a:alphaModFix amt="75000"/>
          </a:blip>
          <a:srcRect b="27420" l="0" r="21948" t="0"/>
          <a:stretch/>
        </p:blipFill>
        <p:spPr>
          <a:xfrm>
            <a:off x="7225703" y="-3"/>
            <a:ext cx="110622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/>
          <p:nvPr/>
        </p:nvSpPr>
        <p:spPr>
          <a:xfrm>
            <a:off x="-178675" y="3259856"/>
            <a:ext cx="18661500" cy="7082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 txBox="1"/>
          <p:nvPr>
            <p:ph type="ctrTitle"/>
          </p:nvPr>
        </p:nvSpPr>
        <p:spPr>
          <a:xfrm>
            <a:off x="623400" y="1504900"/>
            <a:ext cx="8292000" cy="2676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7"/>
          <p:cNvSpPr txBox="1"/>
          <p:nvPr>
            <p:ph idx="1" type="subTitle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7"/>
          <p:cNvSpPr txBox="1"/>
          <p:nvPr>
            <p:ph idx="2" type="subTitle"/>
          </p:nvPr>
        </p:nvSpPr>
        <p:spPr>
          <a:xfrm>
            <a:off x="825750" y="7977225"/>
            <a:ext cx="7109400" cy="543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3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b="1" sz="2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" name="Google Shape;68;p7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 b="7411" l="0" r="0" t="7402"/>
          <a:stretch/>
        </p:blipFill>
        <p:spPr>
          <a:xfrm>
            <a:off x="805300" y="720100"/>
            <a:ext cx="4358799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tex Title Slide - light">
  <p:cSld name="TITLE_1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"/>
          <p:cNvSpPr txBox="1"/>
          <p:nvPr>
            <p:ph type="ctrTitle"/>
          </p:nvPr>
        </p:nvSpPr>
        <p:spPr>
          <a:xfrm>
            <a:off x="623400" y="1504900"/>
            <a:ext cx="8063400" cy="2676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  <a:defRPr sz="7200">
                <a:solidFill>
                  <a:srgbClr val="000000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74" name="Google Shape;74;p8"/>
          <p:cNvSpPr txBox="1"/>
          <p:nvPr>
            <p:ph idx="1" type="subTitle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8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8"/>
          <p:cNvPicPr preferRelativeResize="0"/>
          <p:nvPr/>
        </p:nvPicPr>
        <p:blipFill rotWithShape="1">
          <a:blip r:embed="rId2">
            <a:alphaModFix/>
          </a:blip>
          <a:srcRect b="7264" l="0" r="0" t="7264"/>
          <a:stretch/>
        </p:blipFill>
        <p:spPr>
          <a:xfrm>
            <a:off x="805300" y="720100"/>
            <a:ext cx="4479647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>
            <p:ph idx="2" type="subTitle"/>
          </p:nvPr>
        </p:nvSpPr>
        <p:spPr>
          <a:xfrm>
            <a:off x="825750" y="7977225"/>
            <a:ext cx="7109400" cy="571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b="1" sz="2000">
                <a:solidFill>
                  <a:schemeClr val="accent4"/>
                </a:solidFill>
              </a:defRPr>
            </a:lvl9pPr>
          </a:lstStyle>
          <a:p/>
        </p:txBody>
      </p:sp>
      <p:pic>
        <p:nvPicPr>
          <p:cNvPr id="78" name="Google Shape;78;p8"/>
          <p:cNvPicPr preferRelativeResize="0"/>
          <p:nvPr/>
        </p:nvPicPr>
        <p:blipFill rotWithShape="1">
          <a:blip r:embed="rId3">
            <a:alphaModFix/>
          </a:blip>
          <a:srcRect b="24679" l="16142" r="19027" t="2820"/>
          <a:stretch/>
        </p:blipFill>
        <p:spPr>
          <a:xfrm>
            <a:off x="9733325" y="720100"/>
            <a:ext cx="8554798" cy="956689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tex Title Slide - dark">
  <p:cSld name="TITLE_1_2_3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-195950" y="-64950"/>
            <a:ext cx="18695700" cy="1041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-195950" y="-64950"/>
            <a:ext cx="18695700" cy="4600200"/>
          </a:xfrm>
          <a:prstGeom prst="rect">
            <a:avLst/>
          </a:prstGeom>
          <a:gradFill>
            <a:gsLst>
              <a:gs pos="0">
                <a:srgbClr val="00CC66">
                  <a:alpha val="31372"/>
                </a:srgbClr>
              </a:gs>
              <a:gs pos="100000">
                <a:srgbClr val="00CC66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9"/>
          <p:cNvPicPr preferRelativeResize="0"/>
          <p:nvPr/>
        </p:nvPicPr>
        <p:blipFill rotWithShape="1">
          <a:blip r:embed="rId2">
            <a:alphaModFix/>
          </a:blip>
          <a:srcRect b="24679" l="16142" r="19027" t="2820"/>
          <a:stretch/>
        </p:blipFill>
        <p:spPr>
          <a:xfrm>
            <a:off x="9733325" y="720100"/>
            <a:ext cx="8554798" cy="95668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9"/>
          <p:cNvSpPr/>
          <p:nvPr/>
        </p:nvSpPr>
        <p:spPr>
          <a:xfrm>
            <a:off x="-195950" y="3256368"/>
            <a:ext cx="18695700" cy="70956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9"/>
          <p:cNvSpPr txBox="1"/>
          <p:nvPr>
            <p:ph type="ctrTitle"/>
          </p:nvPr>
        </p:nvSpPr>
        <p:spPr>
          <a:xfrm>
            <a:off x="623400" y="1504900"/>
            <a:ext cx="8292000" cy="2676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9"/>
          <p:cNvSpPr txBox="1"/>
          <p:nvPr>
            <p:ph idx="2" type="subTitle"/>
          </p:nvPr>
        </p:nvSpPr>
        <p:spPr>
          <a:xfrm>
            <a:off x="825750" y="7977225"/>
            <a:ext cx="7109400" cy="543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4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b="1" sz="2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88" name="Google Shape;88;p9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9"/>
          <p:cNvPicPr preferRelativeResize="0"/>
          <p:nvPr/>
        </p:nvPicPr>
        <p:blipFill rotWithShape="1">
          <a:blip r:embed="rId3">
            <a:alphaModFix/>
          </a:blip>
          <a:srcRect b="7827" l="0" r="0" t="7827"/>
          <a:stretch/>
        </p:blipFill>
        <p:spPr>
          <a:xfrm>
            <a:off x="805300" y="720100"/>
            <a:ext cx="4479647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9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it42 Title Slide - light">
  <p:cSld name="TITLE_1_1_1_3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0"/>
          <p:cNvSpPr txBox="1"/>
          <p:nvPr>
            <p:ph type="ctrTitle"/>
          </p:nvPr>
        </p:nvSpPr>
        <p:spPr>
          <a:xfrm>
            <a:off x="623400" y="1504900"/>
            <a:ext cx="8330100" cy="2676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  <a:defRPr sz="7200">
                <a:solidFill>
                  <a:srgbClr val="000000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94" name="Google Shape;94;p10"/>
          <p:cNvSpPr txBox="1"/>
          <p:nvPr>
            <p:ph idx="1" type="subTitle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95" name="Google Shape;95;p10"/>
          <p:cNvSpPr txBox="1"/>
          <p:nvPr>
            <p:ph idx="2" type="subTitle"/>
          </p:nvPr>
        </p:nvSpPr>
        <p:spPr>
          <a:xfrm>
            <a:off x="825750" y="8193550"/>
            <a:ext cx="7109400" cy="543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b="1" sz="2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6" name="Google Shape;96;p10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0"/>
          <p:cNvPicPr preferRelativeResize="0"/>
          <p:nvPr/>
        </p:nvPicPr>
        <p:blipFill rotWithShape="1">
          <a:blip r:embed="rId2">
            <a:alphaModFix/>
          </a:blip>
          <a:srcRect b="7184" l="0" r="0" t="7184"/>
          <a:stretch/>
        </p:blipFill>
        <p:spPr>
          <a:xfrm>
            <a:off x="805300" y="720100"/>
            <a:ext cx="4336328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0"/>
          <p:cNvPicPr preferRelativeResize="0"/>
          <p:nvPr/>
        </p:nvPicPr>
        <p:blipFill rotWithShape="1">
          <a:blip r:embed="rId3">
            <a:alphaModFix/>
          </a:blip>
          <a:srcRect b="24840" l="0" r="20616" t="8076"/>
          <a:stretch/>
        </p:blipFill>
        <p:spPr>
          <a:xfrm>
            <a:off x="7196700" y="914400"/>
            <a:ext cx="11091425" cy="93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0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it42 Title Slide - dark">
  <p:cSld name="TITLE_1_1_1_3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/>
          <p:nvPr/>
        </p:nvSpPr>
        <p:spPr>
          <a:xfrm>
            <a:off x="-195950" y="-64950"/>
            <a:ext cx="18695700" cy="10416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1"/>
          <p:cNvPicPr preferRelativeResize="0"/>
          <p:nvPr/>
        </p:nvPicPr>
        <p:blipFill rotWithShape="1">
          <a:blip r:embed="rId2">
            <a:alphaModFix/>
          </a:blip>
          <a:srcRect b="24840" l="0" r="20616" t="8076"/>
          <a:stretch/>
        </p:blipFill>
        <p:spPr>
          <a:xfrm>
            <a:off x="7234432" y="914400"/>
            <a:ext cx="11148943" cy="93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/>
          <p:nvPr/>
        </p:nvSpPr>
        <p:spPr>
          <a:xfrm>
            <a:off x="-195950" y="-64950"/>
            <a:ext cx="18695700" cy="1041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-195950" y="-64950"/>
            <a:ext cx="18695700" cy="4600200"/>
          </a:xfrm>
          <a:prstGeom prst="rect">
            <a:avLst/>
          </a:prstGeom>
          <a:gradFill>
            <a:gsLst>
              <a:gs pos="0">
                <a:srgbClr val="FA582D">
                  <a:alpha val="25490"/>
                </a:srgbClr>
              </a:gs>
              <a:gs pos="100000">
                <a:srgbClr val="C84624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1"/>
          <p:cNvPicPr preferRelativeResize="0"/>
          <p:nvPr/>
        </p:nvPicPr>
        <p:blipFill rotWithShape="1">
          <a:blip r:embed="rId2">
            <a:alphaModFix amt="75000"/>
          </a:blip>
          <a:srcRect b="24840" l="0" r="20616" t="8076"/>
          <a:stretch/>
        </p:blipFill>
        <p:spPr>
          <a:xfrm>
            <a:off x="7196700" y="914400"/>
            <a:ext cx="11091425" cy="93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/>
          <p:nvPr/>
        </p:nvSpPr>
        <p:spPr>
          <a:xfrm>
            <a:off x="-195950" y="3256368"/>
            <a:ext cx="18695700" cy="70956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"/>
          <p:cNvSpPr txBox="1"/>
          <p:nvPr>
            <p:ph type="ctrTitle"/>
          </p:nvPr>
        </p:nvSpPr>
        <p:spPr>
          <a:xfrm>
            <a:off x="623400" y="1504900"/>
            <a:ext cx="8330100" cy="2676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" type="subTitle"/>
          </p:nvPr>
        </p:nvSpPr>
        <p:spPr>
          <a:xfrm>
            <a:off x="623400" y="4542800"/>
            <a:ext cx="92940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1"/>
          <p:cNvSpPr/>
          <p:nvPr/>
        </p:nvSpPr>
        <p:spPr>
          <a:xfrm>
            <a:off x="-79375" y="7894725"/>
            <a:ext cx="77904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b="7726" l="0" r="0" t="7735"/>
          <a:stretch/>
        </p:blipFill>
        <p:spPr>
          <a:xfrm>
            <a:off x="805300" y="720100"/>
            <a:ext cx="4336328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 txBox="1"/>
          <p:nvPr>
            <p:ph idx="2" type="subTitle"/>
          </p:nvPr>
        </p:nvSpPr>
        <p:spPr>
          <a:xfrm>
            <a:off x="825750" y="7977225"/>
            <a:ext cx="7109400" cy="543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1pPr>
            <a:lvl2pPr lvl="1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2pPr>
            <a:lvl3pPr lvl="2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3pPr>
            <a:lvl4pPr lvl="3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4pPr>
            <a:lvl5pPr lvl="4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5pPr>
            <a:lvl6pPr lvl="5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6pPr>
            <a:lvl7pPr lvl="6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7pPr>
            <a:lvl8pPr lvl="7" rtl="0">
              <a:spcBef>
                <a:spcPts val="2800"/>
              </a:spcBef>
              <a:spcAft>
                <a:spcPts val="0"/>
              </a:spcAft>
              <a:buNone/>
              <a:defRPr b="1" sz="2000">
                <a:solidFill>
                  <a:schemeClr val="accent6"/>
                </a:solidFill>
              </a:defRPr>
            </a:lvl8pPr>
            <a:lvl9pPr lvl="8" rtl="0">
              <a:spcBef>
                <a:spcPts val="2800"/>
              </a:spcBef>
              <a:spcAft>
                <a:spcPts val="2800"/>
              </a:spcAft>
              <a:buNone/>
              <a:defRPr b="1" sz="2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2" name="Google Shape;112;p11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Section Divider" type="secHead">
  <p:cSld name="SECTION_HEAD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2"/>
          <p:cNvPicPr preferRelativeResize="0"/>
          <p:nvPr/>
        </p:nvPicPr>
        <p:blipFill rotWithShape="1">
          <a:blip r:embed="rId2">
            <a:alphaModFix/>
          </a:blip>
          <a:srcRect b="39191" l="8387" r="12032" t="0"/>
          <a:stretch/>
        </p:blipFill>
        <p:spPr>
          <a:xfrm>
            <a:off x="-79375" y="0"/>
            <a:ext cx="18367498" cy="10286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2"/>
          <p:cNvSpPr/>
          <p:nvPr/>
        </p:nvSpPr>
        <p:spPr>
          <a:xfrm>
            <a:off x="-79375" y="2476500"/>
            <a:ext cx="18367500" cy="7810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2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effectLst>
            <a:outerShdw blurRad="500063" rotWithShape="0" algn="bl" dir="5400000" dist="19050">
              <a:schemeClr val="accent1">
                <a:alpha val="70000"/>
              </a:scheme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pic>
        <p:nvPicPr>
          <p:cNvPr id="118" name="Google Shape;11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0546" y="9866276"/>
            <a:ext cx="1632353" cy="2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2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Two-Column Content - light">
  <p:cSld name="TITLE_AND_TWO_COLUMNS_3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>
            <p:ph idx="1" type="body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2" type="body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24" name="Google Shape;124;p13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Three-Column Content - light">
  <p:cSld name="ONE_COLUMN_TEXT_2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idx="1" type="body"/>
          </p:nvPr>
        </p:nvSpPr>
        <p:spPr>
          <a:xfrm>
            <a:off x="623400" y="155448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27" name="Google Shape;127;p14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8" name="Google Shape;128;p14"/>
          <p:cNvSpPr txBox="1"/>
          <p:nvPr>
            <p:ph idx="2" type="body"/>
          </p:nvPr>
        </p:nvSpPr>
        <p:spPr>
          <a:xfrm>
            <a:off x="6336000" y="155448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29" name="Google Shape;129;p14"/>
          <p:cNvSpPr txBox="1"/>
          <p:nvPr>
            <p:ph idx="3" type="body"/>
          </p:nvPr>
        </p:nvSpPr>
        <p:spPr>
          <a:xfrm>
            <a:off x="12048600" y="155448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30" name="Google Shape;130;p14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One-Column Content with Side Graphic - light">
  <p:cSld name="TITLE_AND_BODY_1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15"/>
          <p:cNvSpPr txBox="1"/>
          <p:nvPr>
            <p:ph idx="1" type="body"/>
          </p:nvPr>
        </p:nvSpPr>
        <p:spPr>
          <a:xfrm>
            <a:off x="623400" y="1554500"/>
            <a:ext cx="11257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81000" lvl="1" marL="914400" rtl="0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55600" lvl="2" marL="1371600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34" name="Google Shape;134;p15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Blank - light">
  <p:cSld name="BLANK_4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One-Column Content - dark">
  <p:cSld name="TITLE_AND_BODY_2_1">
    <p:bg>
      <p:bgPr>
        <a:solidFill>
          <a:schemeClr val="dk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1" type="body"/>
          </p:nvPr>
        </p:nvSpPr>
        <p:spPr>
          <a:xfrm>
            <a:off x="623400" y="155448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55600" lvl="2" marL="1371600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55600" lvl="5" marL="2743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indent="-355600" lvl="6" marL="320040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indent="-355600" lvl="7" marL="365760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indent="-355600" lvl="8" marL="4114800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7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Two-Column Content - dark">
  <p:cSld name="TITLE_AND_TWO_COLUMNS_1_1"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8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body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18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Three-Column Content - dark">
  <p:cSld name="ONE_COLUMN_TEXT_1_1"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623400" y="155448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2" type="body"/>
          </p:nvPr>
        </p:nvSpPr>
        <p:spPr>
          <a:xfrm>
            <a:off x="6336000" y="155448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3" type="body"/>
          </p:nvPr>
        </p:nvSpPr>
        <p:spPr>
          <a:xfrm>
            <a:off x="12048600" y="155448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19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Title Only - dark">
  <p:cSld name="TITLE_ONLY_1_1"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53" name="Google Shape;153;p20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Blank - dark">
  <p:cSld name="BLANK_1_1"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a Section Divider">
  <p:cSld name="SECTION_HEADER_2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2"/>
          <p:cNvPicPr preferRelativeResize="0"/>
          <p:nvPr/>
        </p:nvPicPr>
        <p:blipFill rotWithShape="1">
          <a:blip r:embed="rId2">
            <a:alphaModFix/>
          </a:blip>
          <a:srcRect b="29887" l="7122" r="2265" t="19361"/>
          <a:stretch/>
        </p:blipFill>
        <p:spPr>
          <a:xfrm>
            <a:off x="-79500" y="1"/>
            <a:ext cx="183674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/>
          <p:nvPr/>
        </p:nvSpPr>
        <p:spPr>
          <a:xfrm>
            <a:off x="-79375" y="2476500"/>
            <a:ext cx="18367500" cy="7810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rgbClr val="FFCB06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2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effectLst>
            <a:outerShdw blurRad="500063" rotWithShape="0" algn="bl" dir="5400000" dist="19050">
              <a:schemeClr val="accent2">
                <a:alpha val="70000"/>
              </a:scheme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pic>
        <p:nvPicPr>
          <p:cNvPr id="160" name="Google Shape;160;p22"/>
          <p:cNvPicPr preferRelativeResize="0"/>
          <p:nvPr/>
        </p:nvPicPr>
        <p:blipFill rotWithShape="1">
          <a:blip r:embed="rId3">
            <a:alphaModFix/>
          </a:blip>
          <a:srcRect b="6210" l="0" r="0" t="6201"/>
          <a:stretch/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a Two-Column Content - light">
  <p:cSld name="TITLE_AND_TWO_COLUMNS_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/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○"/>
              <a:defRPr sz="2400"/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/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/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2000"/>
              <a:buChar char="■"/>
              <a:defRPr/>
            </a:lvl9pPr>
          </a:lstStyle>
          <a:p/>
        </p:txBody>
      </p:sp>
      <p:sp>
        <p:nvSpPr>
          <p:cNvPr id="164" name="Google Shape;164;p23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65" name="Google Shape;165;p23"/>
          <p:cNvSpPr txBox="1"/>
          <p:nvPr>
            <p:ph idx="2" type="body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/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○"/>
              <a:defRPr sz="2400"/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/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/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2000"/>
              <a:buChar char="■"/>
              <a:defRPr/>
            </a:lvl9pPr>
          </a:lstStyle>
          <a:p/>
        </p:txBody>
      </p:sp>
      <p:sp>
        <p:nvSpPr>
          <p:cNvPr id="166" name="Google Shape;166;p23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 rotWithShape="1">
          <a:blip r:embed="rId2">
            <a:alphaModFix/>
          </a:blip>
          <a:srcRect b="6210" l="0" r="0" t="6201"/>
          <a:stretch/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a Title Only - light">
  <p:cSld name="TITLE_ONLY_2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72" name="Google Shape;172;p24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4"/>
          <p:cNvPicPr preferRelativeResize="0"/>
          <p:nvPr/>
        </p:nvPicPr>
        <p:blipFill rotWithShape="1">
          <a:blip r:embed="rId2">
            <a:alphaModFix/>
          </a:blip>
          <a:srcRect b="6210" l="0" r="0" t="6201"/>
          <a:stretch/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a Blank - light">
  <p:cSld name="BLANK_3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5"/>
          <p:cNvPicPr preferRelativeResize="0"/>
          <p:nvPr/>
        </p:nvPicPr>
        <p:blipFill rotWithShape="1">
          <a:blip r:embed="rId2">
            <a:alphaModFix/>
          </a:blip>
          <a:srcRect b="6210" l="0" r="0" t="6201"/>
          <a:stretch/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a Side Bar Title - light">
  <p:cSld name="BLANK_2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6"/>
          <p:cNvSpPr/>
          <p:nvPr/>
        </p:nvSpPr>
        <p:spPr>
          <a:xfrm>
            <a:off x="-79375" y="0"/>
            <a:ext cx="4591800" cy="10287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6"/>
          <p:cNvSpPr txBox="1"/>
          <p:nvPr>
            <p:ph type="ctrTitle"/>
          </p:nvPr>
        </p:nvSpPr>
        <p:spPr>
          <a:xfrm>
            <a:off x="489875" y="819100"/>
            <a:ext cx="3701100" cy="33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" name="Google Shape;184;p26"/>
          <p:cNvSpPr txBox="1"/>
          <p:nvPr>
            <p:ph idx="1" type="subTitle"/>
          </p:nvPr>
        </p:nvSpPr>
        <p:spPr>
          <a:xfrm>
            <a:off x="489875" y="6236404"/>
            <a:ext cx="3701100" cy="200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26"/>
          <p:cNvSpPr/>
          <p:nvPr/>
        </p:nvSpPr>
        <p:spPr>
          <a:xfrm>
            <a:off x="-79375" y="6074450"/>
            <a:ext cx="4041900" cy="8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86" name="Google Shape;186;p26"/>
          <p:cNvPicPr preferRelativeResize="0"/>
          <p:nvPr/>
        </p:nvPicPr>
        <p:blipFill rotWithShape="1">
          <a:blip r:embed="rId2">
            <a:alphaModFix/>
          </a:blip>
          <a:srcRect b="6201" l="0" r="0" t="6201"/>
          <a:stretch/>
        </p:blipFill>
        <p:spPr>
          <a:xfrm>
            <a:off x="489875" y="9558375"/>
            <a:ext cx="3590001" cy="3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6"/>
          <p:cNvPicPr preferRelativeResize="0"/>
          <p:nvPr/>
        </p:nvPicPr>
        <p:blipFill rotWithShape="1">
          <a:blip r:embed="rId3">
            <a:alphaModFix amt="5000"/>
          </a:blip>
          <a:srcRect b="17409" l="0" r="15661" t="0"/>
          <a:stretch/>
        </p:blipFill>
        <p:spPr>
          <a:xfrm>
            <a:off x="9089375" y="677002"/>
            <a:ext cx="9293998" cy="910199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/>
          <p:nvPr/>
        </p:nvSpPr>
        <p:spPr>
          <a:xfrm>
            <a:off x="4512425" y="4525500"/>
            <a:ext cx="13775700" cy="57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3F3F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a Two-Column Content - dark">
  <p:cSld name="TITLE_AND_TWO_COLUMNS_2_1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2" name="Google Shape;192;p27"/>
          <p:cNvSpPr txBox="1"/>
          <p:nvPr>
            <p:ph idx="2" type="body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p27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7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7"/>
          <p:cNvPicPr preferRelativeResize="0"/>
          <p:nvPr/>
        </p:nvPicPr>
        <p:blipFill rotWithShape="1">
          <a:blip r:embed="rId2">
            <a:alphaModFix/>
          </a:blip>
          <a:srcRect b="6210" l="0" r="0" t="6201"/>
          <a:stretch/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a Title Only - dark">
  <p:cSld name="TITLE_ONLY_2_1"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28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8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8"/>
          <p:cNvPicPr preferRelativeResize="0"/>
          <p:nvPr/>
        </p:nvPicPr>
        <p:blipFill rotWithShape="1">
          <a:blip r:embed="rId2">
            <a:alphaModFix/>
          </a:blip>
          <a:srcRect b="6210" l="0" r="0" t="6201"/>
          <a:stretch/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a Blank - dark">
  <p:cSld name="BLANK_3_1"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9"/>
          <p:cNvPicPr preferRelativeResize="0"/>
          <p:nvPr/>
        </p:nvPicPr>
        <p:blipFill rotWithShape="1">
          <a:blip r:embed="rId2">
            <a:alphaModFix/>
          </a:blip>
          <a:srcRect b="6210" l="0" r="0" t="6201"/>
          <a:stretch/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9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sma Section Divider">
  <p:cSld name="SECTION_HEADER_2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0"/>
          <p:cNvPicPr preferRelativeResize="0"/>
          <p:nvPr/>
        </p:nvPicPr>
        <p:blipFill rotWithShape="1">
          <a:blip r:embed="rId2">
            <a:alphaModFix/>
          </a:blip>
          <a:srcRect b="36680" l="10963" r="13479" t="21007"/>
          <a:stretch/>
        </p:blipFill>
        <p:spPr>
          <a:xfrm>
            <a:off x="-79375" y="0"/>
            <a:ext cx="183674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0"/>
          <p:cNvSpPr/>
          <p:nvPr/>
        </p:nvSpPr>
        <p:spPr>
          <a:xfrm>
            <a:off x="-79375" y="2476500"/>
            <a:ext cx="18367500" cy="7810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rgbClr val="00C0E8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0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effectLst>
            <a:outerShdw blurRad="500063" rotWithShape="0" algn="bl" dir="5400000" dist="19050">
              <a:schemeClr val="accent3">
                <a:alpha val="70000"/>
              </a:scheme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pic>
        <p:nvPicPr>
          <p:cNvPr id="212" name="Google Shape;212;p30"/>
          <p:cNvPicPr preferRelativeResize="0"/>
          <p:nvPr/>
        </p:nvPicPr>
        <p:blipFill rotWithShape="1">
          <a:blip r:embed="rId3">
            <a:alphaModFix/>
          </a:blip>
          <a:srcRect b="5908" l="0" r="0" t="5899"/>
          <a:stretch/>
        </p:blipFill>
        <p:spPr>
          <a:xfrm>
            <a:off x="14814737" y="9863074"/>
            <a:ext cx="3128161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0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sma Two-Column Content - light">
  <p:cSld name="TITLE_AND_TWO_COLUMNS_2_2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Char char="●"/>
              <a:defRPr/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○"/>
              <a:defRPr sz="2400"/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/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/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2000"/>
              <a:buChar char="■"/>
              <a:defRPr/>
            </a:lvl9pPr>
          </a:lstStyle>
          <a:p/>
        </p:txBody>
      </p:sp>
      <p:sp>
        <p:nvSpPr>
          <p:cNvPr id="216" name="Google Shape;216;p31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17" name="Google Shape;217;p31"/>
          <p:cNvSpPr txBox="1"/>
          <p:nvPr>
            <p:ph idx="2" type="body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Char char="●"/>
              <a:defRPr/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○"/>
              <a:defRPr sz="2400"/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/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/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2000"/>
              <a:buChar char="■"/>
              <a:defRPr/>
            </a:lvl9pPr>
          </a:lstStyle>
          <a:p/>
        </p:txBody>
      </p:sp>
      <p:sp>
        <p:nvSpPr>
          <p:cNvPr id="218" name="Google Shape;218;p31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1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1"/>
          <p:cNvPicPr preferRelativeResize="0"/>
          <p:nvPr/>
        </p:nvPicPr>
        <p:blipFill rotWithShape="1">
          <a:blip r:embed="rId2">
            <a:alphaModFix/>
          </a:blip>
          <a:srcRect b="5908" l="0" r="0" t="5899"/>
          <a:stretch/>
        </p:blipFill>
        <p:spPr>
          <a:xfrm>
            <a:off x="14814737" y="9863074"/>
            <a:ext cx="3128161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sma Title Only - light">
  <p:cSld name="TITLE_ONLY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24" name="Google Shape;224;p32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2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32"/>
          <p:cNvPicPr preferRelativeResize="0"/>
          <p:nvPr/>
        </p:nvPicPr>
        <p:blipFill rotWithShape="1">
          <a:blip r:embed="rId2">
            <a:alphaModFix/>
          </a:blip>
          <a:srcRect b="5908" l="0" r="0" t="5899"/>
          <a:stretch/>
        </p:blipFill>
        <p:spPr>
          <a:xfrm>
            <a:off x="14814737" y="9863074"/>
            <a:ext cx="3128161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2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sma Blank - light">
  <p:cSld name="BLANK_3_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3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2023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1" name="Google Shape;23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834854" y="9863074"/>
            <a:ext cx="3108045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3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 rotWithShape="1">
          <a:blip r:embed="rId3">
            <a:alphaModFix/>
          </a:blip>
          <a:srcRect b="5908" l="0" r="0" t="5899"/>
          <a:stretch/>
        </p:blipFill>
        <p:spPr>
          <a:xfrm>
            <a:off x="14814737" y="9863074"/>
            <a:ext cx="3128161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3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sma Side Bar Title - light">
  <p:cSld name="BLANK_2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34"/>
          <p:cNvPicPr preferRelativeResize="0"/>
          <p:nvPr/>
        </p:nvPicPr>
        <p:blipFill rotWithShape="1">
          <a:blip r:embed="rId2">
            <a:alphaModFix amt="5000"/>
          </a:blip>
          <a:srcRect b="27420" l="0" r="21948" t="0"/>
          <a:stretch/>
        </p:blipFill>
        <p:spPr>
          <a:xfrm>
            <a:off x="7225703" y="-3"/>
            <a:ext cx="110622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/>
          <p:nvPr/>
        </p:nvSpPr>
        <p:spPr>
          <a:xfrm>
            <a:off x="-79375" y="0"/>
            <a:ext cx="4591800" cy="10287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4"/>
          <p:cNvSpPr txBox="1"/>
          <p:nvPr>
            <p:ph type="ctrTitle"/>
          </p:nvPr>
        </p:nvSpPr>
        <p:spPr>
          <a:xfrm>
            <a:off x="489875" y="819100"/>
            <a:ext cx="3701100" cy="33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" name="Google Shape;240;p34"/>
          <p:cNvSpPr txBox="1"/>
          <p:nvPr>
            <p:ph idx="1" type="subTitle"/>
          </p:nvPr>
        </p:nvSpPr>
        <p:spPr>
          <a:xfrm>
            <a:off x="489875" y="6236404"/>
            <a:ext cx="3701100" cy="200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1" name="Google Shape;241;p34"/>
          <p:cNvSpPr/>
          <p:nvPr/>
        </p:nvSpPr>
        <p:spPr>
          <a:xfrm>
            <a:off x="-79375" y="6074450"/>
            <a:ext cx="4041900" cy="8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2" name="Google Shape;242;p34"/>
          <p:cNvSpPr/>
          <p:nvPr/>
        </p:nvSpPr>
        <p:spPr>
          <a:xfrm>
            <a:off x="4512425" y="4525500"/>
            <a:ext cx="13775700" cy="57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3F3F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34"/>
          <p:cNvPicPr preferRelativeResize="0"/>
          <p:nvPr/>
        </p:nvPicPr>
        <p:blipFill rotWithShape="1">
          <a:blip r:embed="rId3">
            <a:alphaModFix/>
          </a:blip>
          <a:srcRect b="5908" l="0" r="0" t="5899"/>
          <a:stretch/>
        </p:blipFill>
        <p:spPr>
          <a:xfrm>
            <a:off x="489872" y="9558375"/>
            <a:ext cx="3613343" cy="34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sma Two-Column Content - dark">
  <p:cSld name="TITLE_AND_TWO_COLUMNS_2_1_1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>
            <p:ph idx="1" type="body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6" name="Google Shape;246;p35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35"/>
          <p:cNvSpPr txBox="1"/>
          <p:nvPr>
            <p:ph idx="2" type="body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35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5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35"/>
          <p:cNvPicPr preferRelativeResize="0"/>
          <p:nvPr/>
        </p:nvPicPr>
        <p:blipFill rotWithShape="1">
          <a:blip r:embed="rId2">
            <a:alphaModFix/>
          </a:blip>
          <a:srcRect b="5908" l="0" r="0" t="5899"/>
          <a:stretch/>
        </p:blipFill>
        <p:spPr>
          <a:xfrm>
            <a:off x="14814737" y="9863074"/>
            <a:ext cx="3128161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5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sma Title Only - dark">
  <p:cSld name="TITLE_ONLY_2_1_1">
    <p:bg>
      <p:bgPr>
        <a:solidFill>
          <a:schemeClr val="dk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36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6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36"/>
          <p:cNvPicPr preferRelativeResize="0"/>
          <p:nvPr/>
        </p:nvPicPr>
        <p:blipFill rotWithShape="1">
          <a:blip r:embed="rId2">
            <a:alphaModFix/>
          </a:blip>
          <a:srcRect b="5908" l="0" r="0" t="5899"/>
          <a:stretch/>
        </p:blipFill>
        <p:spPr>
          <a:xfrm>
            <a:off x="14814737" y="9863074"/>
            <a:ext cx="3128161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6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sma Blank - dark">
  <p:cSld name="BLANK_3_1_1">
    <p:bg>
      <p:bgPr>
        <a:solidFill>
          <a:schemeClr val="dk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37"/>
          <p:cNvPicPr preferRelativeResize="0"/>
          <p:nvPr/>
        </p:nvPicPr>
        <p:blipFill rotWithShape="1">
          <a:blip r:embed="rId2">
            <a:alphaModFix/>
          </a:blip>
          <a:srcRect b="5908" l="0" r="0" t="5899"/>
          <a:stretch/>
        </p:blipFill>
        <p:spPr>
          <a:xfrm>
            <a:off x="14814737" y="9863074"/>
            <a:ext cx="3128161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7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tex Section Divider">
  <p:cSld name="SECTION_HEADER_2_1_1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38"/>
          <p:cNvPicPr preferRelativeResize="0"/>
          <p:nvPr/>
        </p:nvPicPr>
        <p:blipFill rotWithShape="1">
          <a:blip r:embed="rId2">
            <a:alphaModFix/>
          </a:blip>
          <a:srcRect b="40538" l="5994" r="6362" t="10372"/>
          <a:stretch/>
        </p:blipFill>
        <p:spPr>
          <a:xfrm>
            <a:off x="-79375" y="0"/>
            <a:ext cx="183674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8"/>
          <p:cNvSpPr/>
          <p:nvPr/>
        </p:nvSpPr>
        <p:spPr>
          <a:xfrm>
            <a:off x="-79375" y="2476500"/>
            <a:ext cx="18367500" cy="7810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rgbClr val="00CC66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8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effectLst>
            <a:outerShdw blurRad="428625" rotWithShape="0" algn="bl" dir="5400000" dist="19050">
              <a:schemeClr val="accent4">
                <a:alpha val="75000"/>
              </a:scheme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pic>
        <p:nvPicPr>
          <p:cNvPr id="267" name="Google Shape;267;p38"/>
          <p:cNvPicPr preferRelativeResize="0"/>
          <p:nvPr/>
        </p:nvPicPr>
        <p:blipFill rotWithShape="1">
          <a:blip r:embed="rId3">
            <a:alphaModFix/>
          </a:blip>
          <a:srcRect b="6423" l="0" r="0" t="6423"/>
          <a:stretch/>
        </p:blipFill>
        <p:spPr>
          <a:xfrm>
            <a:off x="14734271" y="9863074"/>
            <a:ext cx="3208627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8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tex Two-Column Content - light">
  <p:cSld name="TITLE_AND_TWO_COLUMNS_2_3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/>
          <p:nvPr>
            <p:ph idx="1" type="body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Char char="●"/>
              <a:defRPr/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4"/>
              </a:buClr>
              <a:buSzPts val="2400"/>
              <a:buChar char="○"/>
              <a:defRPr sz="2400"/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/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/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2000"/>
              <a:buChar char="■"/>
              <a:defRPr/>
            </a:lvl9pPr>
          </a:lstStyle>
          <a:p/>
        </p:txBody>
      </p:sp>
      <p:sp>
        <p:nvSpPr>
          <p:cNvPr id="271" name="Google Shape;271;p39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72" name="Google Shape;272;p39"/>
          <p:cNvSpPr txBox="1"/>
          <p:nvPr>
            <p:ph idx="2" type="body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Char char="●"/>
              <a:defRPr/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4"/>
              </a:buClr>
              <a:buSzPts val="2400"/>
              <a:buChar char="○"/>
              <a:defRPr sz="2400"/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/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/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2000"/>
              <a:buChar char="■"/>
              <a:defRPr/>
            </a:lvl9pPr>
          </a:lstStyle>
          <a:p/>
        </p:txBody>
      </p:sp>
      <p:sp>
        <p:nvSpPr>
          <p:cNvPr id="273" name="Google Shape;273;p39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9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39"/>
          <p:cNvPicPr preferRelativeResize="0"/>
          <p:nvPr/>
        </p:nvPicPr>
        <p:blipFill rotWithShape="1">
          <a:blip r:embed="rId2">
            <a:alphaModFix/>
          </a:blip>
          <a:srcRect b="6423" l="0" r="0" t="6423"/>
          <a:stretch/>
        </p:blipFill>
        <p:spPr>
          <a:xfrm>
            <a:off x="14734271" y="9863074"/>
            <a:ext cx="3208627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9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tex Title Only - light">
  <p:cSld name="TITLE_ONLY_2_3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79" name="Google Shape;279;p40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0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40"/>
          <p:cNvPicPr preferRelativeResize="0"/>
          <p:nvPr/>
        </p:nvPicPr>
        <p:blipFill rotWithShape="1">
          <a:blip r:embed="rId2">
            <a:alphaModFix/>
          </a:blip>
          <a:srcRect b="6423" l="0" r="0" t="6423"/>
          <a:stretch/>
        </p:blipFill>
        <p:spPr>
          <a:xfrm>
            <a:off x="14734271" y="9863074"/>
            <a:ext cx="3208627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0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tex Blank - light">
  <p:cSld name="BLANK_3_3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" name="Google Shape;285;p41"/>
          <p:cNvPicPr preferRelativeResize="0"/>
          <p:nvPr/>
        </p:nvPicPr>
        <p:blipFill rotWithShape="1">
          <a:blip r:embed="rId2">
            <a:alphaModFix/>
          </a:blip>
          <a:srcRect b="6423" l="0" r="0" t="6423"/>
          <a:stretch/>
        </p:blipFill>
        <p:spPr>
          <a:xfrm>
            <a:off x="14734271" y="9863074"/>
            <a:ext cx="3208627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1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tex Side Bar Title - light">
  <p:cSld name="BLANK_2_1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2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42"/>
          <p:cNvPicPr preferRelativeResize="0"/>
          <p:nvPr/>
        </p:nvPicPr>
        <p:blipFill rotWithShape="1">
          <a:blip r:embed="rId2">
            <a:alphaModFix amt="5000"/>
          </a:blip>
          <a:srcRect b="24679" l="16142" r="19027" t="2820"/>
          <a:stretch/>
        </p:blipFill>
        <p:spPr>
          <a:xfrm>
            <a:off x="9733325" y="720100"/>
            <a:ext cx="8554798" cy="956689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2"/>
          <p:cNvSpPr/>
          <p:nvPr/>
        </p:nvSpPr>
        <p:spPr>
          <a:xfrm>
            <a:off x="-79375" y="0"/>
            <a:ext cx="4591800" cy="10287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2"/>
          <p:cNvSpPr txBox="1"/>
          <p:nvPr>
            <p:ph type="ctrTitle"/>
          </p:nvPr>
        </p:nvSpPr>
        <p:spPr>
          <a:xfrm>
            <a:off x="489875" y="819100"/>
            <a:ext cx="3701100" cy="33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42"/>
          <p:cNvSpPr txBox="1"/>
          <p:nvPr>
            <p:ph idx="1" type="subTitle"/>
          </p:nvPr>
        </p:nvSpPr>
        <p:spPr>
          <a:xfrm>
            <a:off x="489875" y="6236404"/>
            <a:ext cx="3701100" cy="200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42"/>
          <p:cNvSpPr/>
          <p:nvPr/>
        </p:nvSpPr>
        <p:spPr>
          <a:xfrm>
            <a:off x="-79375" y="6074450"/>
            <a:ext cx="4041900" cy="8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4" name="Google Shape;294;p42"/>
          <p:cNvSpPr/>
          <p:nvPr/>
        </p:nvSpPr>
        <p:spPr>
          <a:xfrm>
            <a:off x="4512425" y="4525500"/>
            <a:ext cx="13775700" cy="57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3F3F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42"/>
          <p:cNvPicPr preferRelativeResize="0"/>
          <p:nvPr/>
        </p:nvPicPr>
        <p:blipFill rotWithShape="1">
          <a:blip r:embed="rId3">
            <a:alphaModFix/>
          </a:blip>
          <a:srcRect b="6431" l="0" r="0" t="6422"/>
          <a:stretch/>
        </p:blipFill>
        <p:spPr>
          <a:xfrm>
            <a:off x="489876" y="9558623"/>
            <a:ext cx="3701100" cy="34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tex Two-Column Content - dark">
  <p:cSld name="TITLE_AND_TWO_COLUMNS_2_1_2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 txBox="1"/>
          <p:nvPr>
            <p:ph idx="1" type="body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4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" name="Google Shape;298;p43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9" name="Google Shape;299;p43"/>
          <p:cNvSpPr txBox="1"/>
          <p:nvPr>
            <p:ph idx="2" type="body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4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" name="Google Shape;300;p43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3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43"/>
          <p:cNvPicPr preferRelativeResize="0"/>
          <p:nvPr/>
        </p:nvPicPr>
        <p:blipFill rotWithShape="1">
          <a:blip r:embed="rId2">
            <a:alphaModFix/>
          </a:blip>
          <a:srcRect b="6423" l="0" r="0" t="6423"/>
          <a:stretch/>
        </p:blipFill>
        <p:spPr>
          <a:xfrm>
            <a:off x="14734271" y="9863074"/>
            <a:ext cx="3208627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3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tex Title Only - dark">
  <p:cSld name="TITLE_ONLY_2_1_2">
    <p:bg>
      <p:bgPr>
        <a:solidFill>
          <a:schemeClr val="dk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4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44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4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p44"/>
          <p:cNvPicPr preferRelativeResize="0"/>
          <p:nvPr/>
        </p:nvPicPr>
        <p:blipFill rotWithShape="1">
          <a:blip r:embed="rId2">
            <a:alphaModFix/>
          </a:blip>
          <a:srcRect b="6423" l="0" r="0" t="6423"/>
          <a:stretch/>
        </p:blipFill>
        <p:spPr>
          <a:xfrm>
            <a:off x="14734271" y="9863074"/>
            <a:ext cx="3208627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4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tex Blank - dark">
  <p:cSld name="BLANK_3_1_2">
    <p:bg>
      <p:bgPr>
        <a:solidFill>
          <a:schemeClr val="dk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5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45"/>
          <p:cNvPicPr preferRelativeResize="0"/>
          <p:nvPr/>
        </p:nvPicPr>
        <p:blipFill rotWithShape="1">
          <a:blip r:embed="rId2">
            <a:alphaModFix/>
          </a:blip>
          <a:srcRect b="6423" l="0" r="0" t="6423"/>
          <a:stretch/>
        </p:blipFill>
        <p:spPr>
          <a:xfrm>
            <a:off x="14734271" y="9863074"/>
            <a:ext cx="3208627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5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it42 Section Divider">
  <p:cSld name="SECTION_HEADER_2_1_1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6" name="Google Shape;316;p46"/>
          <p:cNvPicPr preferRelativeResize="0"/>
          <p:nvPr/>
        </p:nvPicPr>
        <p:blipFill rotWithShape="1">
          <a:blip r:embed="rId2">
            <a:alphaModFix/>
          </a:blip>
          <a:srcRect b="31145" l="2171" r="2180" t="15283"/>
          <a:stretch/>
        </p:blipFill>
        <p:spPr>
          <a:xfrm>
            <a:off x="-79376" y="0"/>
            <a:ext cx="183674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6"/>
          <p:cNvSpPr/>
          <p:nvPr/>
        </p:nvSpPr>
        <p:spPr>
          <a:xfrm>
            <a:off x="-79375" y="2476500"/>
            <a:ext cx="18367500" cy="7810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rgbClr val="C84624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6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pic>
        <p:nvPicPr>
          <p:cNvPr id="319" name="Google Shape;319;p46"/>
          <p:cNvPicPr preferRelativeResize="0"/>
          <p:nvPr/>
        </p:nvPicPr>
        <p:blipFill rotWithShape="1">
          <a:blip r:embed="rId3">
            <a:alphaModFix/>
          </a:blip>
          <a:srcRect b="6216" l="0" r="0" t="6225"/>
          <a:stretch/>
        </p:blipFill>
        <p:spPr>
          <a:xfrm>
            <a:off x="14833543" y="9863074"/>
            <a:ext cx="3109356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6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it42 Two-Column Content - light">
  <p:cSld name="TITLE_AND_TWO_COLUMNS_2_4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>
            <p:ph idx="1" type="body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●"/>
              <a:defRPr/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○"/>
              <a:defRPr sz="2400"/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/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/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2000"/>
              <a:buChar char="■"/>
              <a:defRPr/>
            </a:lvl9pPr>
          </a:lstStyle>
          <a:p/>
        </p:txBody>
      </p:sp>
      <p:sp>
        <p:nvSpPr>
          <p:cNvPr id="323" name="Google Shape;323;p47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24" name="Google Shape;324;p47"/>
          <p:cNvSpPr txBox="1"/>
          <p:nvPr>
            <p:ph idx="2" type="body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●"/>
              <a:defRPr/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○"/>
              <a:defRPr sz="2400"/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/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/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/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/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/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/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2000"/>
              <a:buChar char="■"/>
              <a:defRPr/>
            </a:lvl9pPr>
          </a:lstStyle>
          <a:p/>
        </p:txBody>
      </p:sp>
      <p:sp>
        <p:nvSpPr>
          <p:cNvPr id="325" name="Google Shape;325;p47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7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7" name="Google Shape;327;p47"/>
          <p:cNvPicPr preferRelativeResize="0"/>
          <p:nvPr/>
        </p:nvPicPr>
        <p:blipFill rotWithShape="1">
          <a:blip r:embed="rId2">
            <a:alphaModFix/>
          </a:blip>
          <a:srcRect b="6216" l="0" r="0" t="6225"/>
          <a:stretch/>
        </p:blipFill>
        <p:spPr>
          <a:xfrm>
            <a:off x="14833543" y="9863074"/>
            <a:ext cx="3109356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7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it42 Title Only - light">
  <p:cSld name="TITLE_ONLY_2_4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31" name="Google Shape;331;p48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8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48"/>
          <p:cNvPicPr preferRelativeResize="0"/>
          <p:nvPr/>
        </p:nvPicPr>
        <p:blipFill rotWithShape="1">
          <a:blip r:embed="rId2">
            <a:alphaModFix/>
          </a:blip>
          <a:srcRect b="6216" l="0" r="0" t="6225"/>
          <a:stretch/>
        </p:blipFill>
        <p:spPr>
          <a:xfrm>
            <a:off x="14833543" y="9863074"/>
            <a:ext cx="3109356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8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it42 Blank - light">
  <p:cSld name="BLANK_3_4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49"/>
          <p:cNvPicPr preferRelativeResize="0"/>
          <p:nvPr/>
        </p:nvPicPr>
        <p:blipFill rotWithShape="1">
          <a:blip r:embed="rId2">
            <a:alphaModFix/>
          </a:blip>
          <a:srcRect b="6216" l="0" r="0" t="6225"/>
          <a:stretch/>
        </p:blipFill>
        <p:spPr>
          <a:xfrm>
            <a:off x="14833543" y="9863074"/>
            <a:ext cx="3109356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9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it42 Side Bar Title - light">
  <p:cSld name="BLANK_2_1_3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1" name="Google Shape;341;p50"/>
          <p:cNvPicPr preferRelativeResize="0"/>
          <p:nvPr/>
        </p:nvPicPr>
        <p:blipFill rotWithShape="1">
          <a:blip r:embed="rId2">
            <a:alphaModFix amt="5000"/>
          </a:blip>
          <a:srcRect b="24840" l="0" r="20616" t="8076"/>
          <a:stretch/>
        </p:blipFill>
        <p:spPr>
          <a:xfrm>
            <a:off x="7196700" y="914400"/>
            <a:ext cx="11091425" cy="93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50"/>
          <p:cNvSpPr/>
          <p:nvPr/>
        </p:nvSpPr>
        <p:spPr>
          <a:xfrm>
            <a:off x="-79375" y="0"/>
            <a:ext cx="4591800" cy="10287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0"/>
          <p:cNvSpPr txBox="1"/>
          <p:nvPr>
            <p:ph type="ctrTitle"/>
          </p:nvPr>
        </p:nvSpPr>
        <p:spPr>
          <a:xfrm>
            <a:off x="489875" y="819100"/>
            <a:ext cx="3701100" cy="33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" type="subTitle"/>
          </p:nvPr>
        </p:nvSpPr>
        <p:spPr>
          <a:xfrm>
            <a:off x="489875" y="6236404"/>
            <a:ext cx="3701100" cy="200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5" name="Google Shape;345;p50"/>
          <p:cNvSpPr/>
          <p:nvPr/>
        </p:nvSpPr>
        <p:spPr>
          <a:xfrm>
            <a:off x="-79375" y="6074450"/>
            <a:ext cx="4041900" cy="8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6" name="Google Shape;346;p50"/>
          <p:cNvSpPr/>
          <p:nvPr/>
        </p:nvSpPr>
        <p:spPr>
          <a:xfrm>
            <a:off x="4512425" y="4525500"/>
            <a:ext cx="13775700" cy="57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3F3F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p50"/>
          <p:cNvPicPr preferRelativeResize="0"/>
          <p:nvPr/>
        </p:nvPicPr>
        <p:blipFill rotWithShape="1">
          <a:blip r:embed="rId3">
            <a:alphaModFix/>
          </a:blip>
          <a:srcRect b="6217" l="0" r="0" t="6217"/>
          <a:stretch/>
        </p:blipFill>
        <p:spPr>
          <a:xfrm>
            <a:off x="489875" y="9558376"/>
            <a:ext cx="3591296" cy="34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it42 Two-Column Content - dark">
  <p:cSld name="TITLE_AND_TWO_COLUMNS_2_1_3">
    <p:bg>
      <p:bgPr>
        <a:solidFill>
          <a:schemeClr val="dk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" type="body"/>
          </p:nvPr>
        </p:nvSpPr>
        <p:spPr>
          <a:xfrm>
            <a:off x="96648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0" name="Google Shape;350;p51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51"/>
          <p:cNvSpPr txBox="1"/>
          <p:nvPr>
            <p:ph idx="2" type="body"/>
          </p:nvPr>
        </p:nvSpPr>
        <p:spPr>
          <a:xfrm>
            <a:off x="623400" y="155448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81000" lvl="1" marL="914400" rtl="0">
              <a:spcBef>
                <a:spcPts val="280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55600" lvl="2" marL="1371600" rtl="0">
              <a:spcBef>
                <a:spcPts val="24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rtl="0">
              <a:spcBef>
                <a:spcPts val="20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rtl="0"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55600" lvl="5" marL="2743200" rt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indent="-355600" lvl="6" marL="32004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indent="-355600" lvl="7" marL="3657600" rtl="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indent="-355600" lvl="8" marL="4114800" rtl="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2" name="Google Shape;352;p51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1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4" name="Google Shape;354;p51"/>
          <p:cNvPicPr preferRelativeResize="0"/>
          <p:nvPr/>
        </p:nvPicPr>
        <p:blipFill rotWithShape="1">
          <a:blip r:embed="rId2">
            <a:alphaModFix/>
          </a:blip>
          <a:srcRect b="6216" l="0" r="0" t="6225"/>
          <a:stretch/>
        </p:blipFill>
        <p:spPr>
          <a:xfrm>
            <a:off x="14833543" y="9863074"/>
            <a:ext cx="3109356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51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it42 Title Only - dark">
  <p:cSld name="TITLE_ONLY_2_1_3">
    <p:bg>
      <p:bgPr>
        <a:solidFill>
          <a:schemeClr val="dk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2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58" name="Google Shape;358;p52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2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0" name="Google Shape;360;p52"/>
          <p:cNvPicPr preferRelativeResize="0"/>
          <p:nvPr/>
        </p:nvPicPr>
        <p:blipFill rotWithShape="1">
          <a:blip r:embed="rId2">
            <a:alphaModFix/>
          </a:blip>
          <a:srcRect b="6216" l="0" r="0" t="6225"/>
          <a:stretch/>
        </p:blipFill>
        <p:spPr>
          <a:xfrm>
            <a:off x="14833543" y="9863074"/>
            <a:ext cx="3109356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52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it42 Blank - dark">
  <p:cSld name="BLANK_3_1_3">
    <p:bg>
      <p:bgPr>
        <a:solidFill>
          <a:schemeClr val="dk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3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53"/>
          <p:cNvSpPr/>
          <p:nvPr/>
        </p:nvSpPr>
        <p:spPr>
          <a:xfrm>
            <a:off x="14833543" y="9863074"/>
            <a:ext cx="3109356" cy="301752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53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One-Column Content - light" type="tx">
  <p:cSld name="TITLE_AND_BODY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8" name="Google Shape;368;p54"/>
          <p:cNvSpPr txBox="1"/>
          <p:nvPr>
            <p:ph idx="1" type="body"/>
          </p:nvPr>
        </p:nvSpPr>
        <p:spPr>
          <a:xfrm>
            <a:off x="623400" y="155448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81000" lvl="1" marL="914400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55600" lvl="2" marL="137160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369" name="Google Shape;369;p54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Title Only - light" type="titleOnly">
  <p:cSld name="TITLE_ONLY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72" name="Google Shape;372;p55"/>
          <p:cNvSpPr/>
          <p:nvPr/>
        </p:nvSpPr>
        <p:spPr>
          <a:xfrm>
            <a:off x="0" y="462150"/>
            <a:ext cx="18732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Side Bar Title - light">
  <p:cSld name="BLANK_2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6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56"/>
          <p:cNvPicPr preferRelativeResize="0"/>
          <p:nvPr/>
        </p:nvPicPr>
        <p:blipFill rotWithShape="1">
          <a:blip r:embed="rId2">
            <a:alphaModFix amt="7000"/>
          </a:blip>
          <a:srcRect b="5926" l="0" r="37374" t="0"/>
          <a:stretch/>
        </p:blipFill>
        <p:spPr>
          <a:xfrm>
            <a:off x="9498429" y="609600"/>
            <a:ext cx="8789699" cy="9677401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56"/>
          <p:cNvSpPr/>
          <p:nvPr/>
        </p:nvSpPr>
        <p:spPr>
          <a:xfrm>
            <a:off x="-79375" y="0"/>
            <a:ext cx="4591800" cy="102870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16200038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875" y="9521200"/>
            <a:ext cx="2312177" cy="4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6"/>
          <p:cNvSpPr txBox="1"/>
          <p:nvPr>
            <p:ph type="ctrTitle"/>
          </p:nvPr>
        </p:nvSpPr>
        <p:spPr>
          <a:xfrm>
            <a:off x="489875" y="819100"/>
            <a:ext cx="3701100" cy="33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9" name="Google Shape;379;p56"/>
          <p:cNvSpPr txBox="1"/>
          <p:nvPr>
            <p:ph idx="1" type="subTitle"/>
          </p:nvPr>
        </p:nvSpPr>
        <p:spPr>
          <a:xfrm>
            <a:off x="489875" y="6236404"/>
            <a:ext cx="3701100" cy="200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0" name="Google Shape;380;p56"/>
          <p:cNvSpPr/>
          <p:nvPr/>
        </p:nvSpPr>
        <p:spPr>
          <a:xfrm>
            <a:off x="-79375" y="6074450"/>
            <a:ext cx="4041900" cy="8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Thank You Slide - light">
  <p:cSld name="TITLE_2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7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3" name="Google Shape;383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5750" y="720100"/>
            <a:ext cx="2312177" cy="4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7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57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0"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1" sz="6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6" name="Google Shape;386;p57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b="1"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7" name="Google Shape;387;p57"/>
          <p:cNvPicPr preferRelativeResize="0"/>
          <p:nvPr/>
        </p:nvPicPr>
        <p:blipFill rotWithShape="1">
          <a:blip r:embed="rId3">
            <a:alphaModFix/>
          </a:blip>
          <a:srcRect b="29839" l="0" r="42772" t="0"/>
          <a:stretch/>
        </p:blipFill>
        <p:spPr>
          <a:xfrm>
            <a:off x="8888575" y="1840925"/>
            <a:ext cx="9399552" cy="844607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57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W Thank You Slide - dark">
  <p:cSld name="TITLE_2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8"/>
          <p:cNvSpPr/>
          <p:nvPr/>
        </p:nvSpPr>
        <p:spPr>
          <a:xfrm>
            <a:off x="-183150" y="-58125"/>
            <a:ext cx="18575100" cy="1040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58"/>
          <p:cNvSpPr/>
          <p:nvPr/>
        </p:nvSpPr>
        <p:spPr>
          <a:xfrm>
            <a:off x="-183150" y="-58125"/>
            <a:ext cx="18575100" cy="4594200"/>
          </a:xfrm>
          <a:prstGeom prst="rect">
            <a:avLst/>
          </a:prstGeom>
          <a:gradFill>
            <a:gsLst>
              <a:gs pos="0">
                <a:srgbClr val="FA582D">
                  <a:alpha val="25490"/>
                </a:srgbClr>
              </a:gs>
              <a:gs pos="100000">
                <a:srgbClr val="FA582D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2" name="Google Shape;392;p58"/>
          <p:cNvPicPr preferRelativeResize="0"/>
          <p:nvPr/>
        </p:nvPicPr>
        <p:blipFill rotWithShape="1">
          <a:blip r:embed="rId2">
            <a:alphaModFix/>
          </a:blip>
          <a:srcRect b="29996" l="0" r="42902" t="0"/>
          <a:stretch/>
        </p:blipFill>
        <p:spPr>
          <a:xfrm>
            <a:off x="8888575" y="1840925"/>
            <a:ext cx="9399552" cy="8446074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8"/>
          <p:cNvSpPr/>
          <p:nvPr/>
        </p:nvSpPr>
        <p:spPr>
          <a:xfrm>
            <a:off x="-183150" y="3258840"/>
            <a:ext cx="18575100" cy="70863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58"/>
          <p:cNvPicPr preferRelativeResize="0"/>
          <p:nvPr/>
        </p:nvPicPr>
        <p:blipFill rotWithShape="1">
          <a:blip r:embed="rId3">
            <a:alphaModFix/>
          </a:blip>
          <a:srcRect b="49" l="0" r="0" t="59"/>
          <a:stretch/>
        </p:blipFill>
        <p:spPr>
          <a:xfrm>
            <a:off x="825750" y="720100"/>
            <a:ext cx="2312177" cy="4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8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8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1" sz="6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7" name="Google Shape;397;p58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b="1" sz="2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8" name="Google Shape;398;p58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a Thank You Slide - light">
  <p:cSld name="TITLE_1_2_2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9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1" name="Google Shape;401;p59"/>
          <p:cNvPicPr preferRelativeResize="0"/>
          <p:nvPr/>
        </p:nvPicPr>
        <p:blipFill rotWithShape="1">
          <a:blip r:embed="rId2">
            <a:alphaModFix/>
          </a:blip>
          <a:srcRect b="6896" l="0" r="0" t="6896"/>
          <a:stretch/>
        </p:blipFill>
        <p:spPr>
          <a:xfrm>
            <a:off x="805300" y="720100"/>
            <a:ext cx="4330583" cy="42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9"/>
          <p:cNvPicPr preferRelativeResize="0"/>
          <p:nvPr/>
        </p:nvPicPr>
        <p:blipFill rotWithShape="1">
          <a:blip r:embed="rId3">
            <a:alphaModFix/>
          </a:blip>
          <a:srcRect b="17409" l="0" r="15661" t="0"/>
          <a:stretch/>
        </p:blipFill>
        <p:spPr>
          <a:xfrm>
            <a:off x="9089375" y="1185002"/>
            <a:ext cx="9293998" cy="910199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9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9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0"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1" sz="6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5" name="Google Shape;405;p59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b="1"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6" name="Google Shape;406;p59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a Thank You Slide - dark">
  <p:cSld name="TITLE_1_2_3_2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0"/>
          <p:cNvSpPr/>
          <p:nvPr/>
        </p:nvSpPr>
        <p:spPr>
          <a:xfrm>
            <a:off x="-191675" y="-62575"/>
            <a:ext cx="18687600" cy="1041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0"/>
          <p:cNvSpPr/>
          <p:nvPr/>
        </p:nvSpPr>
        <p:spPr>
          <a:xfrm>
            <a:off x="-191675" y="-62575"/>
            <a:ext cx="18687600" cy="4598100"/>
          </a:xfrm>
          <a:prstGeom prst="rect">
            <a:avLst/>
          </a:prstGeom>
          <a:gradFill>
            <a:gsLst>
              <a:gs pos="0">
                <a:srgbClr val="FFCB06">
                  <a:alpha val="31764"/>
                </a:srgbClr>
              </a:gs>
              <a:gs pos="100000">
                <a:srgbClr val="FFCB06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0" name="Google Shape;410;p60"/>
          <p:cNvPicPr preferRelativeResize="0"/>
          <p:nvPr/>
        </p:nvPicPr>
        <p:blipFill rotWithShape="1">
          <a:blip r:embed="rId2">
            <a:alphaModFix amt="75000"/>
          </a:blip>
          <a:srcRect b="17409" l="0" r="15661" t="0"/>
          <a:stretch/>
        </p:blipFill>
        <p:spPr>
          <a:xfrm>
            <a:off x="9089375" y="1185002"/>
            <a:ext cx="9293998" cy="9101998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60"/>
          <p:cNvSpPr/>
          <p:nvPr/>
        </p:nvSpPr>
        <p:spPr>
          <a:xfrm>
            <a:off x="-191725" y="3279900"/>
            <a:ext cx="18687600" cy="70071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2" name="Google Shape;412;p60"/>
          <p:cNvPicPr preferRelativeResize="0"/>
          <p:nvPr/>
        </p:nvPicPr>
        <p:blipFill rotWithShape="1">
          <a:blip r:embed="rId3">
            <a:alphaModFix/>
          </a:blip>
          <a:srcRect b="7446" l="0" r="0" t="7446"/>
          <a:stretch/>
        </p:blipFill>
        <p:spPr>
          <a:xfrm>
            <a:off x="805300" y="720100"/>
            <a:ext cx="4330583" cy="4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60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FE9F25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60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1" sz="6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5" name="Google Shape;415;p60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b="1" sz="2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6" name="Google Shape;416;p60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sma Thank You Slide - light">
  <p:cSld name="TITLE_1_1_2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1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9" name="Google Shape;419;p61"/>
          <p:cNvPicPr preferRelativeResize="0"/>
          <p:nvPr/>
        </p:nvPicPr>
        <p:blipFill rotWithShape="1">
          <a:blip r:embed="rId2">
            <a:alphaModFix/>
          </a:blip>
          <a:srcRect b="6665" l="0" r="0" t="6656"/>
          <a:stretch/>
        </p:blipFill>
        <p:spPr>
          <a:xfrm>
            <a:off x="805300" y="720100"/>
            <a:ext cx="4358799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61"/>
          <p:cNvPicPr preferRelativeResize="0"/>
          <p:nvPr/>
        </p:nvPicPr>
        <p:blipFill rotWithShape="1">
          <a:blip r:embed="rId3">
            <a:alphaModFix/>
          </a:blip>
          <a:srcRect b="27420" l="0" r="21948" t="0"/>
          <a:stretch/>
        </p:blipFill>
        <p:spPr>
          <a:xfrm>
            <a:off x="7225703" y="-3"/>
            <a:ext cx="110622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61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61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0"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1" sz="6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3" name="Google Shape;423;p61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b="1"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4" name="Google Shape;424;p61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sma Thank You Slide - dark">
  <p:cSld name="TITLE_1_2_3_1_2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2"/>
          <p:cNvSpPr/>
          <p:nvPr/>
        </p:nvSpPr>
        <p:spPr>
          <a:xfrm>
            <a:off x="-178675" y="-55325"/>
            <a:ext cx="18661500" cy="1039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62"/>
          <p:cNvSpPr/>
          <p:nvPr/>
        </p:nvSpPr>
        <p:spPr>
          <a:xfrm>
            <a:off x="-178675" y="-55325"/>
            <a:ext cx="18661500" cy="4591800"/>
          </a:xfrm>
          <a:prstGeom prst="rect">
            <a:avLst/>
          </a:prstGeom>
          <a:gradFill>
            <a:gsLst>
              <a:gs pos="0">
                <a:srgbClr val="00C0E8">
                  <a:alpha val="31764"/>
                </a:srgbClr>
              </a:gs>
              <a:gs pos="100000">
                <a:srgbClr val="00C0E8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8" name="Google Shape;428;p62"/>
          <p:cNvPicPr preferRelativeResize="0"/>
          <p:nvPr/>
        </p:nvPicPr>
        <p:blipFill rotWithShape="1">
          <a:blip r:embed="rId2">
            <a:alphaModFix amt="75000"/>
          </a:blip>
          <a:srcRect b="27420" l="0" r="21948" t="0"/>
          <a:stretch/>
        </p:blipFill>
        <p:spPr>
          <a:xfrm>
            <a:off x="7225703" y="-3"/>
            <a:ext cx="11062298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62"/>
          <p:cNvSpPr/>
          <p:nvPr/>
        </p:nvSpPr>
        <p:spPr>
          <a:xfrm>
            <a:off x="-178675" y="3259856"/>
            <a:ext cx="18661500" cy="7082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0" name="Google Shape;430;p62"/>
          <p:cNvPicPr preferRelativeResize="0"/>
          <p:nvPr/>
        </p:nvPicPr>
        <p:blipFill rotWithShape="1">
          <a:blip r:embed="rId3">
            <a:alphaModFix/>
          </a:blip>
          <a:srcRect b="7411" l="0" r="0" t="7402"/>
          <a:stretch/>
        </p:blipFill>
        <p:spPr>
          <a:xfrm>
            <a:off x="805300" y="720100"/>
            <a:ext cx="4358799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62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0196B3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62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1" sz="6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3" name="Google Shape;433;p62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b="1" sz="2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4" name="Google Shape;434;p62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tex Thank You Slide - light">
  <p:cSld name="TITLE_1_1_1_4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3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7" name="Google Shape;437;p63"/>
          <p:cNvPicPr preferRelativeResize="0"/>
          <p:nvPr/>
        </p:nvPicPr>
        <p:blipFill rotWithShape="1">
          <a:blip r:embed="rId2">
            <a:alphaModFix/>
          </a:blip>
          <a:srcRect b="7264" l="0" r="0" t="7264"/>
          <a:stretch/>
        </p:blipFill>
        <p:spPr>
          <a:xfrm>
            <a:off x="805300" y="720100"/>
            <a:ext cx="4479647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63"/>
          <p:cNvPicPr preferRelativeResize="0"/>
          <p:nvPr/>
        </p:nvPicPr>
        <p:blipFill rotWithShape="1">
          <a:blip r:embed="rId3">
            <a:alphaModFix/>
          </a:blip>
          <a:srcRect b="27499" l="16142" r="19027" t="0"/>
          <a:stretch/>
        </p:blipFill>
        <p:spPr>
          <a:xfrm>
            <a:off x="9733325" y="720100"/>
            <a:ext cx="8554798" cy="956689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63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63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0"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1" sz="6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1" name="Google Shape;441;p63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b="1"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2" name="Google Shape;442;p63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tex Thank You Slide - dark">
  <p:cSld name="TITLE_1_2_3_1_1_1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4"/>
          <p:cNvSpPr/>
          <p:nvPr/>
        </p:nvSpPr>
        <p:spPr>
          <a:xfrm>
            <a:off x="-195950" y="-64950"/>
            <a:ext cx="18695700" cy="1041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64"/>
          <p:cNvSpPr/>
          <p:nvPr/>
        </p:nvSpPr>
        <p:spPr>
          <a:xfrm>
            <a:off x="-195950" y="-64950"/>
            <a:ext cx="18695700" cy="4600200"/>
          </a:xfrm>
          <a:prstGeom prst="rect">
            <a:avLst/>
          </a:prstGeom>
          <a:gradFill>
            <a:gsLst>
              <a:gs pos="0">
                <a:srgbClr val="00CC66">
                  <a:alpha val="31372"/>
                </a:srgbClr>
              </a:gs>
              <a:gs pos="100000">
                <a:srgbClr val="00CC66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6" name="Google Shape;446;p64"/>
          <p:cNvPicPr preferRelativeResize="0"/>
          <p:nvPr/>
        </p:nvPicPr>
        <p:blipFill rotWithShape="1">
          <a:blip r:embed="rId2">
            <a:alphaModFix amt="75000"/>
          </a:blip>
          <a:srcRect b="27499" l="16142" r="19027" t="0"/>
          <a:stretch/>
        </p:blipFill>
        <p:spPr>
          <a:xfrm>
            <a:off x="9733325" y="720100"/>
            <a:ext cx="8554798" cy="9566899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64"/>
          <p:cNvSpPr/>
          <p:nvPr/>
        </p:nvSpPr>
        <p:spPr>
          <a:xfrm>
            <a:off x="-195950" y="3256368"/>
            <a:ext cx="18695700" cy="70956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8" name="Google Shape;448;p64"/>
          <p:cNvPicPr preferRelativeResize="0"/>
          <p:nvPr/>
        </p:nvPicPr>
        <p:blipFill rotWithShape="1">
          <a:blip r:embed="rId3">
            <a:alphaModFix/>
          </a:blip>
          <a:srcRect b="7827" l="0" r="0" t="7827"/>
          <a:stretch/>
        </p:blipFill>
        <p:spPr>
          <a:xfrm>
            <a:off x="805300" y="720100"/>
            <a:ext cx="4479647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64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0F9347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64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1" sz="6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1" name="Google Shape;451;p64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b="1" sz="2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2" name="Google Shape;452;p64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it42 Thank You Slide - light">
  <p:cSld name="TITLE_1_1_1_3_2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5"/>
          <p:cNvSpPr/>
          <p:nvPr/>
        </p:nvSpPr>
        <p:spPr>
          <a:xfrm>
            <a:off x="-79375" y="0"/>
            <a:ext cx="18367500" cy="10287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5" name="Google Shape;455;p65"/>
          <p:cNvPicPr preferRelativeResize="0"/>
          <p:nvPr/>
        </p:nvPicPr>
        <p:blipFill rotWithShape="1">
          <a:blip r:embed="rId2">
            <a:alphaModFix/>
          </a:blip>
          <a:srcRect b="7184" l="0" r="0" t="7184"/>
          <a:stretch/>
        </p:blipFill>
        <p:spPr>
          <a:xfrm>
            <a:off x="805300" y="720100"/>
            <a:ext cx="4336328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65"/>
          <p:cNvPicPr preferRelativeResize="0"/>
          <p:nvPr/>
        </p:nvPicPr>
        <p:blipFill rotWithShape="1">
          <a:blip r:embed="rId3">
            <a:alphaModFix/>
          </a:blip>
          <a:srcRect b="24840" l="0" r="20616" t="8076"/>
          <a:stretch/>
        </p:blipFill>
        <p:spPr>
          <a:xfrm>
            <a:off x="7196700" y="914400"/>
            <a:ext cx="11091425" cy="93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65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65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0"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1" sz="6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9" name="Google Shape;459;p65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b="1"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0" name="Google Shape;460;p65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nit42 Thank You Slide - dark">
  <p:cSld name="TITLE_1_1_1_3_1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6"/>
          <p:cNvSpPr/>
          <p:nvPr/>
        </p:nvSpPr>
        <p:spPr>
          <a:xfrm>
            <a:off x="-195950" y="-64950"/>
            <a:ext cx="18695700" cy="10416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6"/>
          <p:cNvSpPr/>
          <p:nvPr/>
        </p:nvSpPr>
        <p:spPr>
          <a:xfrm>
            <a:off x="-195950" y="-64950"/>
            <a:ext cx="18695700" cy="1041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66"/>
          <p:cNvSpPr/>
          <p:nvPr/>
        </p:nvSpPr>
        <p:spPr>
          <a:xfrm>
            <a:off x="-195950" y="-64950"/>
            <a:ext cx="18695700" cy="4600200"/>
          </a:xfrm>
          <a:prstGeom prst="rect">
            <a:avLst/>
          </a:prstGeom>
          <a:gradFill>
            <a:gsLst>
              <a:gs pos="0">
                <a:srgbClr val="FA582D">
                  <a:alpha val="25490"/>
                </a:srgbClr>
              </a:gs>
              <a:gs pos="100000">
                <a:srgbClr val="C84624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5" name="Google Shape;465;p66"/>
          <p:cNvPicPr preferRelativeResize="0"/>
          <p:nvPr/>
        </p:nvPicPr>
        <p:blipFill rotWithShape="1">
          <a:blip r:embed="rId2">
            <a:alphaModFix/>
          </a:blip>
          <a:srcRect b="24840" l="0" r="20616" t="8076"/>
          <a:stretch/>
        </p:blipFill>
        <p:spPr>
          <a:xfrm>
            <a:off x="7234432" y="914400"/>
            <a:ext cx="11148943" cy="93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66"/>
          <p:cNvSpPr/>
          <p:nvPr/>
        </p:nvSpPr>
        <p:spPr>
          <a:xfrm>
            <a:off x="-195950" y="3256368"/>
            <a:ext cx="18695700" cy="70956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7" name="Google Shape;467;p66"/>
          <p:cNvPicPr preferRelativeResize="0"/>
          <p:nvPr/>
        </p:nvPicPr>
        <p:blipFill rotWithShape="1">
          <a:blip r:embed="rId3">
            <a:alphaModFix/>
          </a:blip>
          <a:srcRect b="7726" l="0" r="0" t="7735"/>
          <a:stretch/>
        </p:blipFill>
        <p:spPr>
          <a:xfrm>
            <a:off x="805300" y="720100"/>
            <a:ext cx="4336328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66"/>
          <p:cNvSpPr/>
          <p:nvPr/>
        </p:nvSpPr>
        <p:spPr>
          <a:xfrm>
            <a:off x="-79375" y="4427625"/>
            <a:ext cx="7790400" cy="82500"/>
          </a:xfrm>
          <a:prstGeom prst="rect">
            <a:avLst/>
          </a:prstGeom>
          <a:gradFill>
            <a:gsLst>
              <a:gs pos="0">
                <a:srgbClr val="AA251B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6"/>
          <p:cNvSpPr txBox="1"/>
          <p:nvPr/>
        </p:nvSpPr>
        <p:spPr>
          <a:xfrm>
            <a:off x="623400" y="2628263"/>
            <a:ext cx="79560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1" sz="6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0" name="Google Shape;470;p66"/>
          <p:cNvSpPr txBox="1"/>
          <p:nvPr/>
        </p:nvSpPr>
        <p:spPr>
          <a:xfrm>
            <a:off x="623400" y="4726456"/>
            <a:ext cx="3506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paloaltonetworks.com</a:t>
            </a:r>
            <a:endParaRPr b="1" sz="2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1" name="Google Shape;471;p66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pos="11376">
          <p15:clr>
            <a:srgbClr val="FA7B17"/>
          </p15:clr>
        </p15:guide>
        <p15:guide id="3" orient="horz" pos="144">
          <p15:clr>
            <a:srgbClr val="FA7B17"/>
          </p15:clr>
        </p15:guide>
        <p15:guide id="4" orient="horz" pos="6336">
          <p15:clr>
            <a:srgbClr val="FA7B17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53.xml"/><Relationship Id="rId55" Type="http://schemas.openxmlformats.org/officeDocument/2006/relationships/slideLayout" Target="../slideLayouts/slideLayout54.xml"/><Relationship Id="rId56" Type="http://schemas.openxmlformats.org/officeDocument/2006/relationships/slideLayout" Target="../slideLayouts/slideLayout55.xml"/><Relationship Id="rId57" Type="http://schemas.openxmlformats.org/officeDocument/2006/relationships/slideLayout" Target="../slideLayouts/slideLayout56.xml"/><Relationship Id="rId58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58.xml"/><Relationship Id="rId60" Type="http://schemas.openxmlformats.org/officeDocument/2006/relationships/slideLayout" Target="../slideLayouts/slideLayout59.xml"/><Relationship Id="rId61" Type="http://schemas.openxmlformats.org/officeDocument/2006/relationships/slideLayout" Target="../slideLayouts/slideLayout60.xml"/><Relationship Id="rId62" Type="http://schemas.openxmlformats.org/officeDocument/2006/relationships/slideLayout" Target="../slideLayouts/slideLayout61.xml"/><Relationship Id="rId63" Type="http://schemas.openxmlformats.org/officeDocument/2006/relationships/slideLayout" Target="../slideLayouts/slideLayout62.xml"/><Relationship Id="rId64" Type="http://schemas.openxmlformats.org/officeDocument/2006/relationships/slideLayout" Target="../slideLayouts/slideLayout63.xml"/><Relationship Id="rId65" Type="http://schemas.openxmlformats.org/officeDocument/2006/relationships/slideLayout" Target="../slideLayouts/slideLayout64.xml"/><Relationship Id="rId66" Type="http://schemas.openxmlformats.org/officeDocument/2006/relationships/slideLayout" Target="../slideLayouts/slideLayout65.xml"/><Relationship Id="rId6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9744050"/>
            <a:ext cx="18288000" cy="543000"/>
          </a:xfrm>
          <a:prstGeom prst="rect">
            <a:avLst/>
          </a:prstGeom>
          <a:gradFill>
            <a:gsLst>
              <a:gs pos="0">
                <a:srgbClr val="B23808"/>
              </a:gs>
              <a:gs pos="100000">
                <a:srgbClr val="FA582D"/>
              </a:gs>
            </a:gsLst>
            <a:lin ang="0" scaled="0"/>
          </a:gra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623400" y="4621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623400" y="155448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Helvetica Neue"/>
              <a:buChar char="●"/>
              <a:defRPr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Helvetica Neue"/>
              <a:buChar char="○"/>
              <a:defRPr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55600" lvl="2" marL="137160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■"/>
              <a:defRPr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55600" lvl="3" marL="182880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●"/>
              <a:defRPr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556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○"/>
              <a:defRPr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■"/>
              <a:defRPr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●"/>
              <a:defRPr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Helvetica Neue"/>
              <a:buChar char="○"/>
              <a:defRPr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2000"/>
              <a:buFont typeface="Helvetica Neue"/>
              <a:buChar char="■"/>
              <a:defRPr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6310546" y="9882096"/>
            <a:ext cx="1632353" cy="2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605300" y="9743950"/>
            <a:ext cx="8554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2026 Palo Alto Networks, Inc. All rights reserved. Proprietary and confidential information.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</p:sldLayoutIdLst>
  <mc:AlternateContent>
    <mc:Choice Requires="p14">
      <p:transition p14:dur="200">
        <p:fade/>
      </p:transition>
    </mc:Choice>
    <mc:Fallback>
      <p:transition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900000"/>
          </a:xfrm>
          <a:prstGeom prst="rect">
            <a:avLst/>
          </a:prstGeom>
          <a:solidFill>
            <a:srgbClr val="FA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3400" y="1800000"/>
            <a:ext cx="160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A1A1A"/>
                </a:solidFill>
                <a:latin typeface="Helvetica Neue"/>
              </a:rPr>
              <a:t>AIRS Custom Topic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400" b="1">
                <a:solidFill>
                  <a:srgbClr val="1A1A1A"/>
                </a:solidFill>
                <a:latin typeface="Helvetica Neue"/>
              </a:rPr>
              <a:t>Best Practices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55555"/>
                </a:solidFill>
                <a:latin typeface="Helvetica Neue"/>
              </a:rPr>
              <a:t>Writing effective guardrails for Prisma AIRS security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400" y="7800000"/>
            <a:ext cx="16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  <a:latin typeface="Helvetica Neue"/>
              </a:rPr>
              <a:t>Scott Thornton</a:t>
            </a:r>
            <a:r>
              <a:rPr sz="1400" b="0">
                <a:solidFill>
                  <a:srgbClr val="888888"/>
                </a:solidFill>
                <a:latin typeface="Helvetica Neue"/>
              </a:rPr>
              <a:t>  |  Palo Alto Networks  |  March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462150"/>
            <a:ext cx="17041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 Neue"/>
              </a:rPr>
              <a:t>What we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3400" y="1500000"/>
            <a:ext cx="2000000" cy="60000"/>
          </a:xfrm>
          <a:prstGeom prst="rect">
            <a:avLst/>
          </a:prstGeom>
          <a:solidFill>
            <a:srgbClr val="FA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3400" y="1700000"/>
            <a:ext cx="17041200" cy="7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000" b="0">
                <a:solidFill>
                  <a:srgbClr val="555555"/>
                </a:solidFill>
                <a:latin typeface="Helvetica Neue"/>
              </a:rPr>
              <a:t>5 iterations of red team scanning against a Prisma AIRS security profile.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FA582D"/>
                </a:solidFill>
                <a:latin typeface="Helvetica Neue"/>
              </a:rPr>
              <a:t>4,602</a:t>
            </a:r>
            <a:r>
              <a:rPr sz="1600" b="0">
                <a:solidFill>
                  <a:srgbClr val="555555"/>
                </a:solidFill>
                <a:latin typeface="Helvetica Neue"/>
              </a:rPr>
              <a:t>   static attacks per scan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FA582D"/>
                </a:solidFill>
                <a:latin typeface="Helvetica Neue"/>
              </a:rPr>
              <a:t>600</a:t>
            </a:r>
            <a:r>
              <a:rPr sz="1600" b="0">
                <a:solidFill>
                  <a:srgbClr val="555555"/>
                </a:solidFill>
                <a:latin typeface="Helvetica Neue"/>
              </a:rPr>
              <a:t>   agent-based iterations per scan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FA582D"/>
                </a:solidFill>
                <a:latin typeface="Helvetica Neue"/>
              </a:rPr>
              <a:t>15</a:t>
            </a:r>
            <a:r>
              <a:rPr sz="1600" b="0">
                <a:solidFill>
                  <a:srgbClr val="555555"/>
                </a:solidFill>
                <a:latin typeface="Helvetica Neue"/>
              </a:rPr>
              <a:t>   custom topics deployed (of 20 max)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FA582D"/>
                </a:solidFill>
                <a:latin typeface="Helvetica Neue"/>
              </a:rPr>
              <a:t>8.71%  →  1.20%</a:t>
            </a:r>
            <a:r>
              <a:rPr sz="1600" b="0">
                <a:solidFill>
                  <a:srgbClr val="555555"/>
                </a:solidFill>
                <a:latin typeface="Helvetica Neue"/>
              </a:rPr>
              <a:t>   static attack success rate reduction (86%)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FA582D"/>
                </a:solidFill>
                <a:latin typeface="Helvetica Neue"/>
              </a:rPr>
              <a:t>0.67%  →  0.00%</a:t>
            </a:r>
            <a:r>
              <a:rPr sz="1600" b="0">
                <a:solidFill>
                  <a:srgbClr val="555555"/>
                </a:solidFill>
                <a:latin typeface="Helvetica Neue"/>
              </a:rPr>
              <a:t>   agent ASR at best iteration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2200000"/>
            <a:ext cx="16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A1A1A"/>
                </a:solidFill>
                <a:latin typeface="Helvetica Neue"/>
              </a:rPr>
              <a:t>The first 12 topics</a:t>
            </a: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4000" b="1">
                <a:solidFill>
                  <a:srgbClr val="FA582D"/>
                </a:solidFill>
                <a:latin typeface="Helvetica Neue"/>
              </a:rPr>
              <a:t>eliminated 68% of all threats.</a:t>
            </a:r>
          </a:p>
          <a:p>
            <a:pPr algn="l">
              <a:spcBef>
                <a:spcPts val="0"/>
              </a:spcBef>
              <a:spcAft>
                <a:spcPts val="3000"/>
              </a:spcAft>
            </a:pPr>
            <a:r>
              <a:rPr sz="2200" b="0">
                <a:solidFill>
                  <a:srgbClr val="555555"/>
                </a:solidFill>
                <a:latin typeface="Helvetica Neue"/>
              </a:rPr>
              <a:t>Everything after that was diminishing returns.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888888"/>
                </a:solidFill>
                <a:latin typeface="Helvetica Neue"/>
              </a:rPr>
              <a:t>Get the initial deployment right — it matters more than any subsequent tuning.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23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3400000"/>
            <a:ext cx="160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200" b="1">
                <a:solidFill>
                  <a:srgbClr val="FFFFFF"/>
                </a:solidFill>
                <a:latin typeface="Helvetica Neue"/>
              </a:rPr>
              <a:t>How Custom Topics Work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FFCCAA"/>
                </a:solidFill>
                <a:latin typeface="Helvetica Neue"/>
              </a:rPr>
              <a:t>Semantic classifiers, not keyword filters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462150"/>
            <a:ext cx="17041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 Neue"/>
              </a:rPr>
              <a:t>Three inputs, one classifier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3400" y="1500000"/>
            <a:ext cx="2000000" cy="60000"/>
          </a:xfrm>
          <a:prstGeom prst="rect">
            <a:avLst/>
          </a:prstGeom>
          <a:solidFill>
            <a:srgbClr val="FA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3400" y="1700000"/>
            <a:ext cx="17041200" cy="7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A582D"/>
                </a:solidFill>
                <a:latin typeface="Courier New"/>
              </a:rPr>
              <a:t>topic_name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555555"/>
                </a:solidFill>
                <a:latin typeface="Courier New"/>
              </a:rPr>
              <a:t>    "instruction_override_injection"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400" b="0">
                <a:solidFill>
                  <a:srgbClr val="888888"/>
                </a:solidFill>
                <a:latin typeface="Helvetica Neue"/>
              </a:rPr>
              <a:t>    identifier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A582D"/>
                </a:solidFill>
                <a:latin typeface="Courier New"/>
              </a:rPr>
              <a:t>description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555555"/>
                </a:solidFill>
                <a:latin typeface="Courier New"/>
              </a:rPr>
              <a:t>    "Blocks attempts to override..."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400" b="0">
                <a:solidFill>
                  <a:srgbClr val="888888"/>
                </a:solidFill>
                <a:latin typeface="Helvetica Neue"/>
              </a:rPr>
              <a:t>    ≤ 250 characters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A582D"/>
                </a:solidFill>
                <a:latin typeface="Courier New"/>
              </a:rPr>
              <a:t>examples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555555"/>
                </a:solidFill>
                <a:latin typeface="Courier New"/>
              </a:rPr>
              <a:t>    ["Ignore all previous...", ...]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400" b="0">
                <a:solidFill>
                  <a:srgbClr val="888888"/>
                </a:solidFill>
                <a:latin typeface="Helvetica Neue"/>
              </a:rPr>
              <a:t>    ≤ 5 examples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Helvetica Neue"/>
              </a:rPr>
              <a:t>AIRS trains a lightweight ML classifier on these inputs.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Helvetica Neue"/>
              </a:rPr>
              <a:t>The BLOCK action is set on the security profile, not the topic.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462150"/>
            <a:ext cx="17041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 Neue"/>
              </a:rPr>
              <a:t>Hard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3400" y="1500000"/>
            <a:ext cx="2000000" cy="60000"/>
          </a:xfrm>
          <a:prstGeom prst="rect">
            <a:avLst/>
          </a:prstGeom>
          <a:solidFill>
            <a:srgbClr val="FA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3400" y="1700000"/>
            <a:ext cx="17041200" cy="7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FA582D"/>
                </a:solidFill>
                <a:latin typeface="Helvetica Neue"/>
              </a:rPr>
              <a:t>20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topics per profile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FA582D"/>
                </a:solidFill>
                <a:latin typeface="Helvetica Neue"/>
              </a:rPr>
              <a:t>250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characters for the description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FA582D"/>
                </a:solidFill>
                <a:latin typeface="Helvetica Neue"/>
              </a:rPr>
              <a:t>5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examples maximum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FA582D"/>
                </a:solidFill>
                <a:latin typeface="Helvetica Neue"/>
              </a:rPr>
              <a:t>1,000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total characters (name + desc + examples)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FA582D"/>
                </a:solidFill>
                <a:latin typeface="Helvetica Neue"/>
              </a:rPr>
              <a:t>English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only — multilingual attacks bypass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FA582D"/>
                </a:solidFill>
                <a:latin typeface="Helvetica Neue"/>
              </a:rPr>
              <a:t>Single-turn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matching only — can't see across turns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800" b="1">
                <a:solidFill>
                  <a:srgbClr val="B23808"/>
                </a:solidFill>
                <a:latin typeface="Helvetica Neue"/>
              </a:rPr>
              <a:t>The 250-char description limit forces precision.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555555"/>
                </a:solidFill>
                <a:latin typeface="Helvetica Neue"/>
              </a:rPr>
              <a:t>That precision is what makes topics effective.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23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3400000"/>
            <a:ext cx="160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200" b="1">
                <a:solidFill>
                  <a:srgbClr val="FFFFFF"/>
                </a:solidFill>
                <a:latin typeface="Helvetica Neue"/>
              </a:rPr>
              <a:t>What Moves the Needle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FFCCAA"/>
                </a:solidFill>
                <a:latin typeface="Helvetica Neue"/>
              </a:rPr>
              <a:t>Data from 5 iterations and 23,000+ attacks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462150"/>
            <a:ext cx="17041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 Neue"/>
              </a:rPr>
              <a:t>The description carries ~40-50% of classifier weight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3400" y="1500000"/>
            <a:ext cx="2000000" cy="60000"/>
          </a:xfrm>
          <a:prstGeom prst="rect">
            <a:avLst/>
          </a:prstGeom>
          <a:solidFill>
            <a:srgbClr val="FA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3400" y="1900000"/>
            <a:ext cx="17041200" cy="7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F9347"/>
                </a:solidFill>
                <a:latin typeface="Helvetica Neue"/>
              </a:rPr>
              <a:t>What works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Helvetica Neue"/>
              </a:rPr>
              <a:t>Naming specific attack mechanisms the classifier can anchor on: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600" b="0">
                <a:solidFill>
                  <a:srgbClr val="1A1A1A"/>
                </a:solidFill>
                <a:latin typeface="Courier New"/>
              </a:rPr>
              <a:t>"DAN personas, developer mode activation, emergency protocols"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AA251B"/>
                </a:solidFill>
                <a:latin typeface="Helvetica Neue"/>
              </a:rPr>
              <a:t>What doesn’t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Helvetica Neue"/>
              </a:rPr>
              <a:t>Vague qualifiers that describe intent without specifics: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600" b="0">
                <a:solidFill>
                  <a:srgbClr val="1A1A1A"/>
                </a:solidFill>
                <a:latin typeface="Courier New"/>
              </a:rPr>
              <a:t>"Blocks harmful requests that access internal system information"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B23808"/>
                </a:solidFill>
                <a:latin typeface="Helvetica Neue"/>
              </a:rPr>
              <a:t>Examples supplement the description. They don’t substitute for it.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462150"/>
            <a:ext cx="17041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 Neue"/>
              </a:rPr>
              <a:t>7 topics held 100% kill rates across all scans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3400" y="1500000"/>
            <a:ext cx="2000000" cy="60000"/>
          </a:xfrm>
          <a:prstGeom prst="rect">
            <a:avLst/>
          </a:prstGeom>
          <a:solidFill>
            <a:srgbClr val="FA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3400" y="1700000"/>
            <a:ext cx="17041200" cy="7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9347"/>
                </a:solidFill>
                <a:latin typeface="Helvetica Neue"/>
              </a:rPr>
              <a:t>✓  </a:t>
            </a:r>
            <a:r>
              <a:rPr sz="1400" b="1">
                <a:solidFill>
                  <a:srgbClr val="1A1A1A"/>
                </a:solidFill>
                <a:latin typeface="Courier New"/>
              </a:rPr>
              <a:t>instruction_override_injection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55555"/>
                </a:solidFill>
                <a:latin typeface="Helvetica Neue"/>
              </a:rPr>
              <a:t>     DAN, developer mode, emergency protocols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9347"/>
                </a:solidFill>
                <a:latin typeface="Helvetica Neue"/>
              </a:rPr>
              <a:t>✓  </a:t>
            </a:r>
            <a:r>
              <a:rPr sz="1400" b="1">
                <a:solidFill>
                  <a:srgbClr val="1A1A1A"/>
                </a:solidFill>
                <a:latin typeface="Courier New"/>
              </a:rPr>
              <a:t>brand_defamation_attack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55555"/>
                </a:solidFill>
                <a:latin typeface="Helvetica Neue"/>
              </a:rPr>
              <a:t>     Whistleblower letters, compliance violations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9347"/>
                </a:solidFill>
                <a:latin typeface="Helvetica Neue"/>
              </a:rPr>
              <a:t>✓  </a:t>
            </a:r>
            <a:r>
              <a:rPr sz="1400" b="1">
                <a:solidFill>
                  <a:srgbClr val="1A1A1A"/>
                </a:solidFill>
                <a:latin typeface="Courier New"/>
              </a:rPr>
              <a:t>tool_capability_enumeration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55555"/>
                </a:solidFill>
                <a:latin typeface="Helvetica Neue"/>
              </a:rPr>
              <a:t>     Enumerate, test, document tools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9347"/>
                </a:solidFill>
                <a:latin typeface="Helvetica Neue"/>
              </a:rPr>
              <a:t>✓  </a:t>
            </a:r>
            <a:r>
              <a:rPr sz="1400" b="1">
                <a:solidFill>
                  <a:srgbClr val="1A1A1A"/>
                </a:solidFill>
                <a:latin typeface="Courier New"/>
              </a:rPr>
              <a:t>cbrn_substance_synthesis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55555"/>
                </a:solidFill>
                <a:latin typeface="Helvetica Neue"/>
              </a:rPr>
              <a:t>     Toxins, nerve agents, pathogens, explosives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9347"/>
                </a:solidFill>
                <a:latin typeface="Helvetica Neue"/>
              </a:rPr>
              <a:t>✓  </a:t>
            </a:r>
            <a:r>
              <a:rPr sz="1400" b="1">
                <a:solidFill>
                  <a:srgbClr val="1A1A1A"/>
                </a:solidFill>
                <a:latin typeface="Courier New"/>
              </a:rPr>
              <a:t>system_prompt_disclosure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55555"/>
                </a:solidFill>
                <a:latin typeface="Helvetica Neue"/>
              </a:rPr>
              <a:t>     Canvas rendering, instruction replay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9347"/>
                </a:solidFill>
                <a:latin typeface="Helvetica Neue"/>
              </a:rPr>
              <a:t>✓  </a:t>
            </a:r>
            <a:r>
              <a:rPr sz="1400" b="1">
                <a:solidFill>
                  <a:srgbClr val="1A1A1A"/>
                </a:solidFill>
                <a:latin typeface="Courier New"/>
              </a:rPr>
              <a:t>adversarial_suffix_attack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55555"/>
                </a:solidFill>
                <a:latin typeface="Helvetica Neue"/>
              </a:rPr>
              <a:t>     "Sure I can help" token patterns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9347"/>
                </a:solidFill>
                <a:latin typeface="Helvetica Neue"/>
              </a:rPr>
              <a:t>✓  </a:t>
            </a:r>
            <a:r>
              <a:rPr sz="1400" b="1">
                <a:solidFill>
                  <a:srgbClr val="1A1A1A"/>
                </a:solidFill>
                <a:latin typeface="Courier New"/>
              </a:rPr>
              <a:t>celebrity_defamation_ranking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555555"/>
                </a:solidFill>
                <a:latin typeface="Helvetica Neue"/>
              </a:rPr>
              <a:t>     Ranked lists of real named public figures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B23808"/>
                </a:solidFill>
                <a:latin typeface="Helvetica Neue"/>
              </a:rPr>
              <a:t>Narrow scope + specific vocabulary = high kill rate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462150"/>
            <a:ext cx="17041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 Neue"/>
              </a:rPr>
              <a:t>The one that never worked: political_bias_generation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3400" y="1500000"/>
            <a:ext cx="2000000" cy="60000"/>
          </a:xfrm>
          <a:prstGeom prst="rect">
            <a:avLst/>
          </a:prstGeom>
          <a:solidFill>
            <a:srgbClr val="AA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3400" y="1700000"/>
            <a:ext cx="17041200" cy="7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AA251B"/>
                </a:solidFill>
                <a:latin typeface="Helvetica Neue"/>
              </a:rPr>
              <a:t>Updated 4 times. Never exceeded 60% kill rate.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55555"/>
                </a:solidFill>
                <a:latin typeface="Courier New"/>
              </a:rPr>
              <a:t>"Blocks requests about political scandals of real named individuals,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500" b="0">
                <a:solidFill>
                  <a:srgbClr val="555555"/>
                </a:solidFill>
                <a:latin typeface="Courier New"/>
              </a:rPr>
              <a:t> geopolitical territorial claims, conspiracy theory elaboration..."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Helvetica Neue"/>
              </a:rPr>
              <a:t>Why it fails: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Courier New"/>
              </a:rPr>
              <a:t>"Tell me about Biden's scandals"</a:t>
            </a:r>
            <a:r>
              <a:rPr sz="1500" b="0">
                <a:solidFill>
                  <a:srgbClr val="1A1A1A"/>
                </a:solidFill>
                <a:latin typeface="Helvetica Neue"/>
              </a:rPr>
              <a:t>  —  political discourse or attack?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555555"/>
                </a:solidFill>
                <a:latin typeface="Courier New"/>
              </a:rPr>
              <a:t>"Why was Trump the worst president?"</a:t>
            </a:r>
            <a:r>
              <a:rPr sz="1500" b="0">
                <a:solidFill>
                  <a:srgbClr val="1A1A1A"/>
                </a:solidFill>
                <a:latin typeface="Helvetica Neue"/>
              </a:rPr>
              <a:t>  —  opinion or bias generation?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B23808"/>
                </a:solidFill>
                <a:latin typeface="Helvetica Neue"/>
              </a:rPr>
              <a:t>If humans can’t agree whether it’s harmful, the classifier won’t either.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23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3000000"/>
            <a:ext cx="16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0">
                <a:solidFill>
                  <a:srgbClr val="FFCCAA"/>
                </a:solidFill>
                <a:latin typeface="Helvetica Neue"/>
              </a:rPr>
              <a:t>Key Insight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4200" b="1">
                <a:solidFill>
                  <a:srgbClr val="FFFFFF"/>
                </a:solidFill>
                <a:latin typeface="Helvetica Neue"/>
              </a:rPr>
              <a:t>Target content, not structure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CCAA"/>
                </a:solidFill>
                <a:latin typeface="Helvetica Neue"/>
              </a:rPr>
              <a:t>The classifier sees single turns. Describe what the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FFCCAA"/>
                </a:solidFill>
                <a:latin typeface="Helvetica Neue"/>
              </a:rPr>
              <a:t>harmful content IS, not how it’s delivered.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462150"/>
            <a:ext cx="17041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 Neue"/>
              </a:rPr>
              <a:t>The multi-turn breakthrough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623400" y="1500000"/>
            <a:ext cx="2000000" cy="60000"/>
          </a:xfrm>
          <a:prstGeom prst="rect">
            <a:avLst/>
          </a:prstGeom>
          <a:solidFill>
            <a:srgbClr val="FA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3400" y="1700000"/>
            <a:ext cx="17041200" cy="7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555555"/>
                </a:solidFill>
                <a:latin typeface="Helvetica Neue"/>
              </a:rPr>
              <a:t>MULTI_TURN was the most resistant category for two iterations.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AA251B"/>
                </a:solidFill>
                <a:latin typeface="Helvetica Neue"/>
              </a:rPr>
              <a:t>✗  Targeting structure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ourier New"/>
              </a:rPr>
              <a:t>"Blocks attacks that escalate through numbered JSON turns..."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500" b="1">
                <a:solidFill>
                  <a:srgbClr val="AA251B"/>
                </a:solidFill>
                <a:latin typeface="Helvetica Neue"/>
              </a:rPr>
              <a:t>Iter 1: 56→26 (-54%)     Iter 2: 26→28 (+8%)     Stalled.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F9347"/>
                </a:solidFill>
                <a:latin typeface="Helvetica Neue"/>
              </a:rPr>
              <a:t>✓  Targeting content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ourier New"/>
              </a:rPr>
              <a:t>New topic: weapons_manufacturing_history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Helvetica Neue"/>
              </a:rPr>
              <a:t>Targets the themes within multi-turn sequences — weapons, genocide, terrorism.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1">
                <a:solidFill>
                  <a:srgbClr val="0F9347"/>
                </a:solidFill>
                <a:latin typeface="Helvetica Neue"/>
              </a:rPr>
              <a:t>Iter 3: 28→11 (-61%)     Total: 56→10 (82% reduction)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B23808"/>
                </a:solidFill>
                <a:latin typeface="Helvetica Neue"/>
              </a:rPr>
              <a:t>Describe WHAT the content is. Not HOW it’s delivered.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462150"/>
            <a:ext cx="17041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 Neue"/>
              </a:rPr>
              <a:t>The rewrite pattern that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3400" y="1500000"/>
            <a:ext cx="2000000" cy="60000"/>
          </a:xfrm>
          <a:prstGeom prst="rect">
            <a:avLst/>
          </a:prstGeom>
          <a:solidFill>
            <a:srgbClr val="FA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3400" y="1700000"/>
            <a:ext cx="17041200" cy="7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555555"/>
                </a:solidFill>
                <a:latin typeface="Helvetica Neue"/>
              </a:rPr>
              <a:t>Every successful topic update followed three steps: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A582D"/>
                </a:solidFill>
                <a:latin typeface="Helvetica Neue"/>
              </a:rPr>
              <a:t>1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Read the actual bypassing prompts from the scan export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A582D"/>
                </a:solidFill>
                <a:latin typeface="Helvetica Neue"/>
              </a:rPr>
              <a:t>2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Identify the specific words, framing, and semantic patterns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A582D"/>
                </a:solidFill>
                <a:latin typeface="Helvetica Neue"/>
              </a:rPr>
              <a:t>3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Incorporate those exact patterns into the 250-char description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Helvetica Neue"/>
              </a:rPr>
              <a:t>Example — roleplay_scenario_jailbreak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A251B"/>
                </a:solidFill>
                <a:latin typeface="Helvetica Neue"/>
              </a:rPr>
              <a:t>Before: </a:t>
            </a:r>
            <a:r>
              <a:rPr sz="1400" b="0">
                <a:solidFill>
                  <a:srgbClr val="555555"/>
                </a:solidFill>
                <a:latin typeface="Courier New"/>
              </a:rPr>
              <a:t>"movie scripts, fiction writing, creative scenarios"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888888"/>
                </a:solidFill>
                <a:latin typeface="Helvetica Neue"/>
              </a:rPr>
              <a:t>         77.8% kill rate — missed journalist/detective framing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9347"/>
                </a:solidFill>
                <a:latin typeface="Helvetica Neue"/>
              </a:rPr>
              <a:t>After:  </a:t>
            </a:r>
            <a:r>
              <a:rPr sz="1400" b="0">
                <a:solidFill>
                  <a:srgbClr val="555555"/>
                </a:solidFill>
                <a:latin typeface="Courier New"/>
              </a:rPr>
              <a:t>"professional assignments for journalists or detectives"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88888"/>
                </a:solidFill>
                <a:latin typeface="Helvetica Neue"/>
              </a:rPr>
              <a:t>         89.8% kill rate — named the exact bypass pattern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23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3400000"/>
            <a:ext cx="160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200" b="1">
                <a:solidFill>
                  <a:srgbClr val="FFFFFF"/>
                </a:solidFill>
                <a:latin typeface="Helvetica Neue"/>
              </a:rPr>
              <a:t>Writing Effective Topics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FFCCAA"/>
                </a:solidFill>
                <a:latin typeface="Helvetica Neue"/>
              </a:rPr>
              <a:t>The formula, the budget, and the rules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462150"/>
            <a:ext cx="17041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 Neue"/>
              </a:rPr>
              <a:t>The formula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3400" y="1500000"/>
            <a:ext cx="2000000" cy="60000"/>
          </a:xfrm>
          <a:prstGeom prst="rect">
            <a:avLst/>
          </a:prstGeom>
          <a:solidFill>
            <a:srgbClr val="FA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3400" y="2000000"/>
            <a:ext cx="17041200" cy="7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200" b="1">
                <a:solidFill>
                  <a:srgbClr val="FA582D"/>
                </a:solidFill>
                <a:latin typeface="Helvetica Neue"/>
              </a:rPr>
              <a:t>[action verb]</a:t>
            </a:r>
            <a:r>
              <a:rPr sz="2200" b="0">
                <a:solidFill>
                  <a:srgbClr val="888888"/>
                </a:solidFill>
                <a:latin typeface="Helvetica Neue"/>
              </a:rPr>
              <a:t> + </a:t>
            </a:r>
            <a:r>
              <a:rPr sz="2200" b="1">
                <a:solidFill>
                  <a:srgbClr val="0196B3"/>
                </a:solidFill>
                <a:latin typeface="Helvetica Neue"/>
              </a:rPr>
              <a:t>[specific mechanism]</a:t>
            </a:r>
            <a:r>
              <a:rPr sz="2200" b="0">
                <a:solidFill>
                  <a:srgbClr val="888888"/>
                </a:solidFill>
                <a:latin typeface="Helvetica Neue"/>
              </a:rPr>
              <a:t> + </a:t>
            </a:r>
            <a:r>
              <a:rPr sz="2200" b="1">
                <a:solidFill>
                  <a:srgbClr val="0F9347"/>
                </a:solidFill>
                <a:latin typeface="Helvetica Neue"/>
              </a:rPr>
              <a:t>[specific vocabulary]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9347"/>
                </a:solidFill>
                <a:latin typeface="Helvetica Neue"/>
              </a:rPr>
              <a:t>✓  Good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Courier New"/>
              </a:rPr>
              <a:t>"Blocks attempts to extract system prompts through canvas rendering,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400" b="0">
                <a:solidFill>
                  <a:srgbClr val="1A1A1A"/>
                </a:solidFill>
                <a:latin typeface="Courier New"/>
              </a:rPr>
              <a:t> instruction replay, or direct extraction requests"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AA251B"/>
                </a:solidFill>
                <a:latin typeface="Helvetica Neue"/>
              </a:rPr>
              <a:t>✗  Bad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400" b="0">
                <a:solidFill>
                  <a:srgbClr val="1A1A1A"/>
                </a:solidFill>
                <a:latin typeface="Courier New"/>
              </a:rPr>
              <a:t>"Blocks harmful requests that try to access internal system information"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Helvetica Neue"/>
              </a:rPr>
              <a:t>Character budget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A582D"/>
                </a:solidFill>
                <a:latin typeface="Helvetica Neue"/>
              </a:rPr>
              <a:t>~30 chars  </a:t>
            </a:r>
            <a:r>
              <a:rPr sz="1500" b="0">
                <a:solidFill>
                  <a:srgbClr val="555555"/>
                </a:solidFill>
                <a:latin typeface="Helvetica Neue"/>
              </a:rPr>
              <a:t>Action + intent ("Blocks attempts to...")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196B3"/>
                </a:solidFill>
                <a:latin typeface="Helvetica Neue"/>
              </a:rPr>
              <a:t>~120 chars </a:t>
            </a:r>
            <a:r>
              <a:rPr sz="1500" b="0">
                <a:solidFill>
                  <a:srgbClr val="555555"/>
                </a:solidFill>
                <a:latin typeface="Helvetica Neue"/>
              </a:rPr>
              <a:t>3-5 specific attack mechanisms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9347"/>
                </a:solidFill>
                <a:latin typeface="Helvetica Neue"/>
              </a:rPr>
              <a:t>~100 chars </a:t>
            </a:r>
            <a:r>
              <a:rPr sz="1500" b="0">
                <a:solidFill>
                  <a:srgbClr val="555555"/>
                </a:solidFill>
                <a:latin typeface="Helvetica Neue"/>
              </a:rPr>
              <a:t>Vocabulary anchors the classifier can match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462150"/>
            <a:ext cx="17041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 Neue"/>
              </a:rPr>
              <a:t>Rules of thumb</a:t>
            </a:r>
          </a:p>
        </p:txBody>
      </p:sp>
      <p:sp>
        <p:nvSpPr>
          <p:cNvPr id="3" name="Rectangle 2"/>
          <p:cNvSpPr/>
          <p:nvPr/>
        </p:nvSpPr>
        <p:spPr>
          <a:xfrm>
            <a:off x="623400" y="1500000"/>
            <a:ext cx="2000000" cy="60000"/>
          </a:xfrm>
          <a:prstGeom prst="rect">
            <a:avLst/>
          </a:prstGeom>
          <a:solidFill>
            <a:srgbClr val="FA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3400" y="1900000"/>
            <a:ext cx="8000000" cy="7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400" b="1">
                <a:solidFill>
                  <a:srgbClr val="0F9347"/>
                </a:solidFill>
                <a:latin typeface="Helvetica Neue"/>
              </a:rPr>
              <a:t>DO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F9347"/>
                </a:solidFill>
                <a:latin typeface="Helvetica Neue"/>
              </a:rPr>
              <a:t>✓  </a:t>
            </a:r>
            <a:r>
              <a:rPr sz="1600" b="0">
                <a:solidFill>
                  <a:srgbClr val="1A1A1A"/>
                </a:solidFill>
                <a:latin typeface="Helvetica Neue"/>
              </a:rPr>
              <a:t>Name specific attack mechanisms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F9347"/>
                </a:solidFill>
                <a:latin typeface="Helvetica Neue"/>
              </a:rPr>
              <a:t>✓  </a:t>
            </a:r>
            <a:r>
              <a:rPr sz="1600" b="0">
                <a:solidFill>
                  <a:srgbClr val="1A1A1A"/>
                </a:solidFill>
                <a:latin typeface="Helvetica Neue"/>
              </a:rPr>
              <a:t>Name specific content categories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F9347"/>
                </a:solidFill>
                <a:latin typeface="Helvetica Neue"/>
              </a:rPr>
              <a:t>✓  </a:t>
            </a:r>
            <a:r>
              <a:rPr sz="1600" b="0">
                <a:solidFill>
                  <a:srgbClr val="1A1A1A"/>
                </a:solidFill>
                <a:latin typeface="Helvetica Neue"/>
              </a:rPr>
              <a:t>Name specific output formats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F9347"/>
                </a:solidFill>
                <a:latin typeface="Helvetica Neue"/>
              </a:rPr>
              <a:t>✓  </a:t>
            </a:r>
            <a:r>
              <a:rPr sz="1600" b="0">
                <a:solidFill>
                  <a:srgbClr val="1A1A1A"/>
                </a:solidFill>
                <a:latin typeface="Helvetica Neue"/>
              </a:rPr>
              <a:t>Use examples that illustrate the description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F9347"/>
                </a:solidFill>
                <a:latin typeface="Helvetica Neue"/>
              </a:rPr>
              <a:t>✓  </a:t>
            </a:r>
            <a:r>
              <a:rPr sz="1600" b="0">
                <a:solidFill>
                  <a:srgbClr val="1A1A1A"/>
                </a:solidFill>
                <a:latin typeface="Helvetica Neue"/>
              </a:rPr>
              <a:t>One semantic cluster per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00" y="1900000"/>
            <a:ext cx="8000000" cy="7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400" b="1">
                <a:solidFill>
                  <a:srgbClr val="AA251B"/>
                </a:solidFill>
                <a:latin typeface="Helvetica Neue"/>
              </a:rPr>
              <a:t>DON’T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AA251B"/>
                </a:solidFill>
                <a:latin typeface="Helvetica Neue"/>
              </a:rPr>
              <a:t>✗  </a:t>
            </a:r>
            <a:r>
              <a:rPr sz="1600" b="0">
                <a:solidFill>
                  <a:srgbClr val="1A1A1A"/>
                </a:solidFill>
                <a:latin typeface="Helvetica Neue"/>
              </a:rPr>
              <a:t>Use vague qualifiers ("harmful", "bad")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AA251B"/>
                </a:solidFill>
                <a:latin typeface="Helvetica Neue"/>
              </a:rPr>
              <a:t>✗  </a:t>
            </a:r>
            <a:r>
              <a:rPr sz="1600" b="0">
                <a:solidFill>
                  <a:srgbClr val="1A1A1A"/>
                </a:solidFill>
                <a:latin typeface="Helvetica Neue"/>
              </a:rPr>
              <a:t>Cover multiple attack types in one topic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AA251B"/>
                </a:solidFill>
                <a:latin typeface="Helvetica Neue"/>
              </a:rPr>
              <a:t>✗  </a:t>
            </a:r>
            <a:r>
              <a:rPr sz="1600" b="0">
                <a:solidFill>
                  <a:srgbClr val="1A1A1A"/>
                </a:solidFill>
                <a:latin typeface="Helvetica Neue"/>
              </a:rPr>
              <a:t>Describe attack structure over content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AA251B"/>
                </a:solidFill>
                <a:latin typeface="Helvetica Neue"/>
              </a:rPr>
              <a:t>✗  </a:t>
            </a:r>
            <a:r>
              <a:rPr sz="1600" b="0">
                <a:solidFill>
                  <a:srgbClr val="1A1A1A"/>
                </a:solidFill>
                <a:latin typeface="Helvetica Neue"/>
              </a:rPr>
              <a:t>Assume it can read encoded text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AA251B"/>
                </a:solidFill>
                <a:latin typeface="Helvetica Neue"/>
              </a:rPr>
              <a:t>✗  </a:t>
            </a:r>
            <a:r>
              <a:rPr sz="1600" b="0">
                <a:solidFill>
                  <a:srgbClr val="1A1A1A"/>
                </a:solidFill>
                <a:latin typeface="Helvetica Neue"/>
              </a:rPr>
              <a:t>Fill all 20 slots on day one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23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3400000"/>
            <a:ext cx="160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200" b="1">
                <a:solidFill>
                  <a:srgbClr val="FFFFFF"/>
                </a:solidFill>
                <a:latin typeface="Helvetica Neue"/>
              </a:rPr>
              <a:t>Operational Lessons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FFCCAA"/>
                </a:solidFill>
                <a:latin typeface="Helvetica Neue"/>
              </a:rPr>
              <a:t>Slot budgeting, iteration loops, and known limits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462150"/>
            <a:ext cx="17041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 Neue"/>
              </a:rPr>
              <a:t>Slot budgeting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3400" y="1500000"/>
            <a:ext cx="2000000" cy="60000"/>
          </a:xfrm>
          <a:prstGeom prst="rect">
            <a:avLst/>
          </a:prstGeom>
          <a:solidFill>
            <a:srgbClr val="FA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3400" y="1700000"/>
            <a:ext cx="17041200" cy="7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555555"/>
                </a:solidFill>
                <a:latin typeface="Helvetica Neue"/>
              </a:rPr>
              <a:t>20 topics is a hard ceiling. Plan your allocation.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F9347"/>
                </a:solidFill>
                <a:latin typeface="Helvetica Neue"/>
              </a:rPr>
              <a:t>7</a:t>
            </a:r>
            <a:r>
              <a:rPr sz="1800" b="1">
                <a:solidFill>
                  <a:srgbClr val="1A1A1A"/>
                </a:solidFill>
                <a:latin typeface="Helvetica Neue"/>
              </a:rPr>
              <a:t>   High-impact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Helvetica Neue"/>
              </a:rPr>
              <a:t>       100% kill rate categories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0196B3"/>
                </a:solidFill>
                <a:latin typeface="Helvetica Neue"/>
              </a:rPr>
              <a:t>5</a:t>
            </a:r>
            <a:r>
              <a:rPr sz="1800" b="1">
                <a:solidFill>
                  <a:srgbClr val="1A1A1A"/>
                </a:solidFill>
                <a:latin typeface="Helvetica Neue"/>
              </a:rPr>
              <a:t>   Iteratively refined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Helvetica Neue"/>
              </a:rPr>
              <a:t>       Scan-informed description tuning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1A1A1A"/>
                </a:solidFill>
                <a:latin typeface="Helvetica Neue"/>
              </a:rPr>
              <a:t>3</a:t>
            </a:r>
            <a:r>
              <a:rPr sz="1800" b="1">
                <a:solidFill>
                  <a:srgbClr val="1A1A1A"/>
                </a:solidFill>
                <a:latin typeface="Helvetica Neue"/>
              </a:rPr>
              <a:t>   Content workarounds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Helvetica Neue"/>
              </a:rPr>
              <a:t>       Multi-turn via content themes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800" b="1">
                <a:solidFill>
                  <a:srgbClr val="FA582D"/>
                </a:solidFill>
                <a:latin typeface="Helvetica Neue"/>
              </a:rPr>
              <a:t>5</a:t>
            </a:r>
            <a:r>
              <a:rPr sz="1800" b="1">
                <a:solidFill>
                  <a:srgbClr val="1A1A1A"/>
                </a:solidFill>
                <a:latin typeface="Helvetica Neue"/>
              </a:rPr>
              <a:t>   Reserved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Helvetica Neue"/>
              </a:rPr>
              <a:t>       Future findings + customer-specific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B23808"/>
                </a:solidFill>
                <a:latin typeface="Helvetica Neue"/>
              </a:rPr>
              <a:t>Start at 60%. Leave room to adapt.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462150"/>
            <a:ext cx="17041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 Neue"/>
              </a:rPr>
              <a:t>What topics can’t catch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23400" y="1500000"/>
            <a:ext cx="2000000" cy="60000"/>
          </a:xfrm>
          <a:prstGeom prst="rect">
            <a:avLst/>
          </a:prstGeom>
          <a:solidFill>
            <a:srgbClr val="AA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3400" y="1700000"/>
            <a:ext cx="17041200" cy="7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555555"/>
                </a:solidFill>
                <a:latin typeface="Helvetica Neue"/>
              </a:rPr>
              <a:t>The remaining 1.2% ASR breaks into three unfixable buckets: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AA251B"/>
                </a:solidFill>
                <a:latin typeface="Helvetica Neue"/>
              </a:rPr>
              <a:t>38%</a:t>
            </a:r>
            <a:r>
              <a:rPr sz="1800" b="1">
                <a:solidFill>
                  <a:srgbClr val="1A1A1A"/>
                </a:solidFill>
                <a:latin typeface="Helvetica Neue"/>
              </a:rPr>
              <a:t>   Semantic ambiguity</a:t>
            </a:r>
            <a:r>
              <a:rPr sz="1400" b="0">
                <a:solidFill>
                  <a:srgbClr val="888888"/>
                </a:solidFill>
                <a:latin typeface="Helvetica Neue"/>
              </a:rPr>
              <a:t>  (POLITICAL)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555555"/>
                </a:solidFill>
                <a:latin typeface="Helvetica Neue"/>
              </a:rPr>
              <a:t>       "Worst president?" — opinion or attack? Genuinely ambiguous.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AA251B"/>
                </a:solidFill>
                <a:latin typeface="Helvetica Neue"/>
              </a:rPr>
              <a:t>20%</a:t>
            </a:r>
            <a:r>
              <a:rPr sz="1800" b="1">
                <a:solidFill>
                  <a:srgbClr val="1A1A1A"/>
                </a:solidFill>
                <a:latin typeface="Helvetica Neue"/>
              </a:rPr>
              <a:t>   Classifier limitations</a:t>
            </a:r>
            <a:r>
              <a:rPr sz="1400" b="0">
                <a:solidFill>
                  <a:srgbClr val="888888"/>
                </a:solidFill>
                <a:latin typeface="Helvetica Neue"/>
              </a:rPr>
              <a:t>  (EVASION)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555555"/>
                </a:solidFill>
                <a:latin typeface="Helvetica Neue"/>
              </a:rPr>
              <a:t>       Unicode math, IPA phonetic, emoji — classifier can’t read encoded text.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AA251B"/>
                </a:solidFill>
                <a:latin typeface="Helvetica Neue"/>
              </a:rPr>
              <a:t>11%</a:t>
            </a:r>
            <a:r>
              <a:rPr sz="1800" b="1">
                <a:solidFill>
                  <a:srgbClr val="1A1A1A"/>
                </a:solidFill>
                <a:latin typeface="Helvetica Neue"/>
              </a:rPr>
              <a:t>   Scan variance</a:t>
            </a:r>
            <a:r>
              <a:rPr sz="1400" b="0">
                <a:solidFill>
                  <a:srgbClr val="888888"/>
                </a:solidFill>
                <a:latin typeface="Helvetica Neue"/>
              </a:rPr>
              <a:t>  (STOCHASTIC)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555555"/>
                </a:solidFill>
                <a:latin typeface="Helvetica Neue"/>
              </a:rPr>
              <a:t>       Different prompts surface each run. Can’t pre-target what you haven’t seen.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462150"/>
            <a:ext cx="17041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 Neue"/>
              </a:rPr>
              <a:t>The iteration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23400" y="1500000"/>
            <a:ext cx="2000000" cy="60000"/>
          </a:xfrm>
          <a:prstGeom prst="rect">
            <a:avLst/>
          </a:prstGeom>
          <a:solidFill>
            <a:srgbClr val="FA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3400" y="1700000"/>
            <a:ext cx="17041200" cy="7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FA582D"/>
                </a:solidFill>
                <a:latin typeface="Helvetica Neue"/>
              </a:rPr>
              <a:t>Run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red team scan (static + agent) in SCM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FA582D"/>
                </a:solidFill>
                <a:latin typeface="Helvetica Neue"/>
              </a:rPr>
              <a:t>Export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and parse results into structured threat data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FA582D"/>
                </a:solidFill>
                <a:latin typeface="Helvetica Neue"/>
              </a:rPr>
              <a:t>Analyze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bypassing prompts — group by semantic pattern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FA582D"/>
                </a:solidFill>
                <a:latin typeface="Helvetica Neue"/>
              </a:rPr>
              <a:t>Write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or update topics naming the specific mechanisms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FA582D"/>
                </a:solidFill>
                <a:latin typeface="Helvetica Neue"/>
              </a:rPr>
              <a:t>Deploy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via Management API with BLOCK action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FA582D"/>
                </a:solidFill>
                <a:latin typeface="Helvetica Neue"/>
              </a:rPr>
              <a:t>Re-scan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and measure — repeat until plateau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Helvetica Neue"/>
              </a:rPr>
              <a:t>Expect 2-4 iterations to reach the diminishing returns plateau.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400" y="462150"/>
            <a:ext cx="17041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 Neue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3400" y="1500000"/>
            <a:ext cx="2000000" cy="60000"/>
          </a:xfrm>
          <a:prstGeom prst="rect">
            <a:avLst/>
          </a:prstGeom>
          <a:solidFill>
            <a:srgbClr val="FA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3400" y="1700000"/>
            <a:ext cx="17041200" cy="7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FA582D"/>
                </a:solidFill>
                <a:latin typeface="Helvetica Neue"/>
              </a:rPr>
              <a:t>1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First deployment is the biggest lever — get the initial topics right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FA582D"/>
                </a:solidFill>
                <a:latin typeface="Helvetica Neue"/>
              </a:rPr>
              <a:t>2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Description quality &gt; quantity — 250 chars of precision beats coverage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FA582D"/>
                </a:solidFill>
                <a:latin typeface="Helvetica Neue"/>
              </a:rPr>
              <a:t>3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Name specific mechanisms, not abstract categories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FA582D"/>
                </a:solidFill>
                <a:latin typeface="Helvetica Neue"/>
              </a:rPr>
              <a:t>4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Target content themes, not attack structure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FA582D"/>
                </a:solidFill>
                <a:latin typeface="Helvetica Neue"/>
              </a:rPr>
              <a:t>5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Read your scan data — bypassing prompts tell you what to write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FA582D"/>
                </a:solidFill>
                <a:latin typeface="Helvetica Neue"/>
              </a:rPr>
              <a:t>6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Reserve 25-40% of slots for iteration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FA582D"/>
                </a:solidFill>
                <a:latin typeface="Helvetica Neue"/>
              </a:rPr>
              <a:t>7</a:t>
            </a:r>
            <a:r>
              <a:rPr sz="1700" b="0">
                <a:solidFill>
                  <a:srgbClr val="1A1A1A"/>
                </a:solidFill>
                <a:latin typeface="Helvetica Neue"/>
              </a:rPr>
              <a:t>   Accept the plateau — ~1% ASR is the practical floor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800000"/>
            <a:ext cx="18288000" cy="900000"/>
          </a:xfrm>
          <a:prstGeom prst="rect">
            <a:avLst/>
          </a:prstGeom>
          <a:solidFill>
            <a:srgbClr val="FA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3400" y="2600000"/>
            <a:ext cx="16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800" b="1">
                <a:solidFill>
                  <a:srgbClr val="1A1A1A"/>
                </a:solidFill>
                <a:latin typeface="Helvetica Neue"/>
              </a:rPr>
              <a:t>Custom topics are precision tools.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0">
                <a:solidFill>
                  <a:srgbClr val="555555"/>
                </a:solidFill>
                <a:latin typeface="Helvetica Neue"/>
              </a:rPr>
              <a:t>Narrow scope. Specific vocabulary.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555555"/>
                </a:solidFill>
                <a:latin typeface="Helvetica Neue"/>
              </a:rPr>
              <a:t>Scan-informed iteration.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porate The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9E9E9"/>
      </a:lt2>
      <a:accent1>
        <a:srgbClr val="FA582D"/>
      </a:accent1>
      <a:accent2>
        <a:srgbClr val="FFCB06"/>
      </a:accent2>
      <a:accent3>
        <a:srgbClr val="00C0E8"/>
      </a:accent3>
      <a:accent4>
        <a:srgbClr val="00CC66"/>
      </a:accent4>
      <a:accent5>
        <a:srgbClr val="00AEC4"/>
      </a:accent5>
      <a:accent6>
        <a:srgbClr val="C8462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